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416E88-68DC-45E9-82CF-9B0167FCFB6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67D43E0-689F-49AF-B31A-6A7A848639FF}">
      <dgm:prSet/>
      <dgm:spPr/>
      <dgm:t>
        <a:bodyPr/>
        <a:lstStyle/>
        <a:p>
          <a:r>
            <a:rPr lang="es-CL"/>
            <a:t>Stands en malls enfrentan alto flujo de ventas en espacio muy reducido</a:t>
          </a:r>
          <a:endParaRPr lang="en-US"/>
        </a:p>
      </dgm:t>
    </dgm:pt>
    <dgm:pt modelId="{A686D292-5B35-4174-9FA5-7F1D9B9A1F92}" type="parTrans" cxnId="{46D50D2C-F059-4FE6-AD44-5C45A0ECC3F7}">
      <dgm:prSet/>
      <dgm:spPr/>
      <dgm:t>
        <a:bodyPr/>
        <a:lstStyle/>
        <a:p>
          <a:endParaRPr lang="en-US"/>
        </a:p>
      </dgm:t>
    </dgm:pt>
    <dgm:pt modelId="{F4B07B51-238F-40E2-B235-5F76E80720C6}" type="sibTrans" cxnId="{46D50D2C-F059-4FE6-AD44-5C45A0ECC3F7}">
      <dgm:prSet/>
      <dgm:spPr/>
      <dgm:t>
        <a:bodyPr/>
        <a:lstStyle/>
        <a:p>
          <a:endParaRPr lang="en-US"/>
        </a:p>
      </dgm:t>
    </dgm:pt>
    <dgm:pt modelId="{A23D40E9-A391-4710-A937-42A5162120FC}">
      <dgm:prSet/>
      <dgm:spPr/>
      <dgm:t>
        <a:bodyPr/>
        <a:lstStyle/>
        <a:p>
          <a:r>
            <a:rPr lang="es-CL"/>
            <a:t>Inventarios manuales -&gt; errores, quiebres de stock y pérdida de ventas</a:t>
          </a:r>
          <a:endParaRPr lang="en-US"/>
        </a:p>
      </dgm:t>
    </dgm:pt>
    <dgm:pt modelId="{764385CD-161A-4C2D-9176-643D608C84B6}" type="parTrans" cxnId="{0DDA994D-DEC8-4430-8011-F2D2FA40A832}">
      <dgm:prSet/>
      <dgm:spPr/>
      <dgm:t>
        <a:bodyPr/>
        <a:lstStyle/>
        <a:p>
          <a:endParaRPr lang="en-US"/>
        </a:p>
      </dgm:t>
    </dgm:pt>
    <dgm:pt modelId="{6839D747-3BFA-4AEE-B179-BB1C9D17040A}" type="sibTrans" cxnId="{0DDA994D-DEC8-4430-8011-F2D2FA40A832}">
      <dgm:prSet/>
      <dgm:spPr/>
      <dgm:t>
        <a:bodyPr/>
        <a:lstStyle/>
        <a:p>
          <a:endParaRPr lang="en-US"/>
        </a:p>
      </dgm:t>
    </dgm:pt>
    <dgm:pt modelId="{E3018D8A-AE6F-4973-9E02-FABC6BF94067}">
      <dgm:prSet/>
      <dgm:spPr/>
      <dgm:t>
        <a:bodyPr/>
        <a:lstStyle/>
        <a:p>
          <a:r>
            <a:rPr lang="es-CL"/>
            <a:t>Ausencia de herramientas accesibles y de bajo costo</a:t>
          </a:r>
          <a:endParaRPr lang="en-US"/>
        </a:p>
      </dgm:t>
    </dgm:pt>
    <dgm:pt modelId="{D6451C4F-F91F-4995-B2A2-36EBDC8B3D98}" type="parTrans" cxnId="{BF919963-A8FB-4561-B142-73D15E64B496}">
      <dgm:prSet/>
      <dgm:spPr/>
      <dgm:t>
        <a:bodyPr/>
        <a:lstStyle/>
        <a:p>
          <a:endParaRPr lang="en-US"/>
        </a:p>
      </dgm:t>
    </dgm:pt>
    <dgm:pt modelId="{E4A76D89-63B9-4C72-911D-83D2B723F9CD}" type="sibTrans" cxnId="{BF919963-A8FB-4561-B142-73D15E64B496}">
      <dgm:prSet/>
      <dgm:spPr/>
      <dgm:t>
        <a:bodyPr/>
        <a:lstStyle/>
        <a:p>
          <a:endParaRPr lang="en-US"/>
        </a:p>
      </dgm:t>
    </dgm:pt>
    <dgm:pt modelId="{83AD7F60-6DCF-4ECC-9E63-78D8855F2365}">
      <dgm:prSet/>
      <dgm:spPr/>
      <dgm:t>
        <a:bodyPr/>
        <a:lstStyle/>
        <a:p>
          <a:r>
            <a:rPr lang="es-CL"/>
            <a:t>Nicho desatendido por ERP tradicionales (costosos y complejos)</a:t>
          </a:r>
          <a:endParaRPr lang="en-US"/>
        </a:p>
      </dgm:t>
    </dgm:pt>
    <dgm:pt modelId="{8EAA29E2-A87E-4555-AC6E-9F845AB1853C}" type="parTrans" cxnId="{85FD763B-5AEC-4660-AA41-2377BE490603}">
      <dgm:prSet/>
      <dgm:spPr/>
      <dgm:t>
        <a:bodyPr/>
        <a:lstStyle/>
        <a:p>
          <a:endParaRPr lang="en-US"/>
        </a:p>
      </dgm:t>
    </dgm:pt>
    <dgm:pt modelId="{C804E5DC-24AE-4BF6-87E6-945F9963E2B0}" type="sibTrans" cxnId="{85FD763B-5AEC-4660-AA41-2377BE490603}">
      <dgm:prSet/>
      <dgm:spPr/>
      <dgm:t>
        <a:bodyPr/>
        <a:lstStyle/>
        <a:p>
          <a:endParaRPr lang="en-US"/>
        </a:p>
      </dgm:t>
    </dgm:pt>
    <dgm:pt modelId="{E8610609-B3EF-4393-A807-111BC7CC31C8}">
      <dgm:prSet/>
      <dgm:spPr/>
      <dgm:t>
        <a:bodyPr/>
        <a:lstStyle/>
        <a:p>
          <a:r>
            <a:rPr lang="es-CL"/>
            <a:t>Impacto:</a:t>
          </a:r>
          <a:endParaRPr lang="en-US"/>
        </a:p>
      </dgm:t>
    </dgm:pt>
    <dgm:pt modelId="{D64E3CA3-BE38-439E-AC05-C26C6DC41511}" type="parTrans" cxnId="{3723929F-0EE7-4760-B9F6-D74969D600AF}">
      <dgm:prSet/>
      <dgm:spPr/>
      <dgm:t>
        <a:bodyPr/>
        <a:lstStyle/>
        <a:p>
          <a:endParaRPr lang="en-US"/>
        </a:p>
      </dgm:t>
    </dgm:pt>
    <dgm:pt modelId="{496EA8F5-5311-417E-9357-C75A22DC0406}" type="sibTrans" cxnId="{3723929F-0EE7-4760-B9F6-D74969D600AF}">
      <dgm:prSet/>
      <dgm:spPr/>
      <dgm:t>
        <a:bodyPr/>
        <a:lstStyle/>
        <a:p>
          <a:endParaRPr lang="en-US"/>
        </a:p>
      </dgm:t>
    </dgm:pt>
    <dgm:pt modelId="{F562A303-052F-4EC2-AE66-F484C5F7E0E4}">
      <dgm:prSet/>
      <dgm:spPr/>
      <dgm:t>
        <a:bodyPr/>
        <a:lstStyle/>
        <a:p>
          <a:r>
            <a:rPr lang="es-CL"/>
            <a:t>Pérdida de rentabilidad y nula trazabilidad en malls de la RM (Santiago, Las Condes, La Florida)</a:t>
          </a:r>
          <a:endParaRPr lang="en-US"/>
        </a:p>
      </dgm:t>
    </dgm:pt>
    <dgm:pt modelId="{C8D4DBC3-470C-48B8-AA4F-2EFE66507670}" type="parTrans" cxnId="{110006E9-6D83-4B78-B433-147ECC2AE9A6}">
      <dgm:prSet/>
      <dgm:spPr/>
      <dgm:t>
        <a:bodyPr/>
        <a:lstStyle/>
        <a:p>
          <a:endParaRPr lang="en-US"/>
        </a:p>
      </dgm:t>
    </dgm:pt>
    <dgm:pt modelId="{721D9C7E-21F9-40A1-9BCE-AB19C238D47A}" type="sibTrans" cxnId="{110006E9-6D83-4B78-B433-147ECC2AE9A6}">
      <dgm:prSet/>
      <dgm:spPr/>
      <dgm:t>
        <a:bodyPr/>
        <a:lstStyle/>
        <a:p>
          <a:endParaRPr lang="en-US"/>
        </a:p>
      </dgm:t>
    </dgm:pt>
    <dgm:pt modelId="{CCD182BA-831D-4CDC-B2E4-45450D187F7C}" type="pres">
      <dgm:prSet presAssocID="{B3416E88-68DC-45E9-82CF-9B0167FCFB6F}" presName="Name0" presStyleCnt="0">
        <dgm:presLayoutVars>
          <dgm:dir/>
          <dgm:resizeHandles val="exact"/>
        </dgm:presLayoutVars>
      </dgm:prSet>
      <dgm:spPr/>
    </dgm:pt>
    <dgm:pt modelId="{F60165CF-8042-407B-A54F-D4038AE70AF4}" type="pres">
      <dgm:prSet presAssocID="{467D43E0-689F-49AF-B31A-6A7A848639FF}" presName="node" presStyleLbl="node1" presStyleIdx="0" presStyleCnt="6">
        <dgm:presLayoutVars>
          <dgm:bulletEnabled val="1"/>
        </dgm:presLayoutVars>
      </dgm:prSet>
      <dgm:spPr/>
    </dgm:pt>
    <dgm:pt modelId="{20B4E795-5AB0-4077-A7C1-E43E85F4CB62}" type="pres">
      <dgm:prSet presAssocID="{F4B07B51-238F-40E2-B235-5F76E80720C6}" presName="sibTrans" presStyleLbl="sibTrans1D1" presStyleIdx="0" presStyleCnt="5"/>
      <dgm:spPr/>
    </dgm:pt>
    <dgm:pt modelId="{26EA3E54-995C-4FBC-A994-88EF66D23D62}" type="pres">
      <dgm:prSet presAssocID="{F4B07B51-238F-40E2-B235-5F76E80720C6}" presName="connectorText" presStyleLbl="sibTrans1D1" presStyleIdx="0" presStyleCnt="5"/>
      <dgm:spPr/>
    </dgm:pt>
    <dgm:pt modelId="{1BF4887E-78D7-4FBF-994E-4E5D241C62AA}" type="pres">
      <dgm:prSet presAssocID="{A23D40E9-A391-4710-A937-42A5162120FC}" presName="node" presStyleLbl="node1" presStyleIdx="1" presStyleCnt="6">
        <dgm:presLayoutVars>
          <dgm:bulletEnabled val="1"/>
        </dgm:presLayoutVars>
      </dgm:prSet>
      <dgm:spPr/>
    </dgm:pt>
    <dgm:pt modelId="{98E259D5-8B7D-4908-9C22-ED792F1F27F9}" type="pres">
      <dgm:prSet presAssocID="{6839D747-3BFA-4AEE-B179-BB1C9D17040A}" presName="sibTrans" presStyleLbl="sibTrans1D1" presStyleIdx="1" presStyleCnt="5"/>
      <dgm:spPr/>
    </dgm:pt>
    <dgm:pt modelId="{CBC52464-F393-4119-AB2A-A5187716A364}" type="pres">
      <dgm:prSet presAssocID="{6839D747-3BFA-4AEE-B179-BB1C9D17040A}" presName="connectorText" presStyleLbl="sibTrans1D1" presStyleIdx="1" presStyleCnt="5"/>
      <dgm:spPr/>
    </dgm:pt>
    <dgm:pt modelId="{48B2BF57-7E34-42BC-8C89-125144B8E448}" type="pres">
      <dgm:prSet presAssocID="{E3018D8A-AE6F-4973-9E02-FABC6BF94067}" presName="node" presStyleLbl="node1" presStyleIdx="2" presStyleCnt="6">
        <dgm:presLayoutVars>
          <dgm:bulletEnabled val="1"/>
        </dgm:presLayoutVars>
      </dgm:prSet>
      <dgm:spPr/>
    </dgm:pt>
    <dgm:pt modelId="{8873C558-933C-4276-8D33-D51A77392205}" type="pres">
      <dgm:prSet presAssocID="{E4A76D89-63B9-4C72-911D-83D2B723F9CD}" presName="sibTrans" presStyleLbl="sibTrans1D1" presStyleIdx="2" presStyleCnt="5"/>
      <dgm:spPr/>
    </dgm:pt>
    <dgm:pt modelId="{9FA438A2-A214-4B7C-8B92-22B5039B47E0}" type="pres">
      <dgm:prSet presAssocID="{E4A76D89-63B9-4C72-911D-83D2B723F9CD}" presName="connectorText" presStyleLbl="sibTrans1D1" presStyleIdx="2" presStyleCnt="5"/>
      <dgm:spPr/>
    </dgm:pt>
    <dgm:pt modelId="{E23DF2D8-003D-4191-AE47-6578644E0062}" type="pres">
      <dgm:prSet presAssocID="{83AD7F60-6DCF-4ECC-9E63-78D8855F2365}" presName="node" presStyleLbl="node1" presStyleIdx="3" presStyleCnt="6">
        <dgm:presLayoutVars>
          <dgm:bulletEnabled val="1"/>
        </dgm:presLayoutVars>
      </dgm:prSet>
      <dgm:spPr/>
    </dgm:pt>
    <dgm:pt modelId="{94D9FB18-8E39-482A-B502-5474734FE397}" type="pres">
      <dgm:prSet presAssocID="{C804E5DC-24AE-4BF6-87E6-945F9963E2B0}" presName="sibTrans" presStyleLbl="sibTrans1D1" presStyleIdx="3" presStyleCnt="5"/>
      <dgm:spPr/>
    </dgm:pt>
    <dgm:pt modelId="{95248B20-1FF8-4978-8D11-9768479908CE}" type="pres">
      <dgm:prSet presAssocID="{C804E5DC-24AE-4BF6-87E6-945F9963E2B0}" presName="connectorText" presStyleLbl="sibTrans1D1" presStyleIdx="3" presStyleCnt="5"/>
      <dgm:spPr/>
    </dgm:pt>
    <dgm:pt modelId="{F30E8C67-F51A-467E-9A39-631BA0B63707}" type="pres">
      <dgm:prSet presAssocID="{E8610609-B3EF-4393-A807-111BC7CC31C8}" presName="node" presStyleLbl="node1" presStyleIdx="4" presStyleCnt="6">
        <dgm:presLayoutVars>
          <dgm:bulletEnabled val="1"/>
        </dgm:presLayoutVars>
      </dgm:prSet>
      <dgm:spPr/>
    </dgm:pt>
    <dgm:pt modelId="{DDC8AE66-B422-45D3-8EE5-7779319B6D54}" type="pres">
      <dgm:prSet presAssocID="{496EA8F5-5311-417E-9357-C75A22DC0406}" presName="sibTrans" presStyleLbl="sibTrans1D1" presStyleIdx="4" presStyleCnt="5"/>
      <dgm:spPr/>
    </dgm:pt>
    <dgm:pt modelId="{2DF9DF90-583A-4147-B509-ED4372675F32}" type="pres">
      <dgm:prSet presAssocID="{496EA8F5-5311-417E-9357-C75A22DC0406}" presName="connectorText" presStyleLbl="sibTrans1D1" presStyleIdx="4" presStyleCnt="5"/>
      <dgm:spPr/>
    </dgm:pt>
    <dgm:pt modelId="{38ADB770-A7AB-427B-B5C4-D1E414F3A2EA}" type="pres">
      <dgm:prSet presAssocID="{F562A303-052F-4EC2-AE66-F484C5F7E0E4}" presName="node" presStyleLbl="node1" presStyleIdx="5" presStyleCnt="6">
        <dgm:presLayoutVars>
          <dgm:bulletEnabled val="1"/>
        </dgm:presLayoutVars>
      </dgm:prSet>
      <dgm:spPr/>
    </dgm:pt>
  </dgm:ptLst>
  <dgm:cxnLst>
    <dgm:cxn modelId="{B2D43203-8870-4B88-AAE9-56F9A5CE4897}" type="presOf" srcId="{C804E5DC-24AE-4BF6-87E6-945F9963E2B0}" destId="{94D9FB18-8E39-482A-B502-5474734FE397}" srcOrd="0" destOrd="0" presId="urn:microsoft.com/office/officeart/2016/7/layout/RepeatingBendingProcessNew"/>
    <dgm:cxn modelId="{A21DD723-E01B-4D27-AE75-2054FAC08970}" type="presOf" srcId="{F4B07B51-238F-40E2-B235-5F76E80720C6}" destId="{20B4E795-5AB0-4077-A7C1-E43E85F4CB62}" srcOrd="0" destOrd="0" presId="urn:microsoft.com/office/officeart/2016/7/layout/RepeatingBendingProcessNew"/>
    <dgm:cxn modelId="{46D50D2C-F059-4FE6-AD44-5C45A0ECC3F7}" srcId="{B3416E88-68DC-45E9-82CF-9B0167FCFB6F}" destId="{467D43E0-689F-49AF-B31A-6A7A848639FF}" srcOrd="0" destOrd="0" parTransId="{A686D292-5B35-4174-9FA5-7F1D9B9A1F92}" sibTransId="{F4B07B51-238F-40E2-B235-5F76E80720C6}"/>
    <dgm:cxn modelId="{85FD763B-5AEC-4660-AA41-2377BE490603}" srcId="{B3416E88-68DC-45E9-82CF-9B0167FCFB6F}" destId="{83AD7F60-6DCF-4ECC-9E63-78D8855F2365}" srcOrd="3" destOrd="0" parTransId="{8EAA29E2-A87E-4555-AC6E-9F845AB1853C}" sibTransId="{C804E5DC-24AE-4BF6-87E6-945F9963E2B0}"/>
    <dgm:cxn modelId="{D584915D-0E78-4F70-8FD5-E0583391E37D}" type="presOf" srcId="{467D43E0-689F-49AF-B31A-6A7A848639FF}" destId="{F60165CF-8042-407B-A54F-D4038AE70AF4}" srcOrd="0" destOrd="0" presId="urn:microsoft.com/office/officeart/2016/7/layout/RepeatingBendingProcessNew"/>
    <dgm:cxn modelId="{BF919963-A8FB-4561-B142-73D15E64B496}" srcId="{B3416E88-68DC-45E9-82CF-9B0167FCFB6F}" destId="{E3018D8A-AE6F-4973-9E02-FABC6BF94067}" srcOrd="2" destOrd="0" parTransId="{D6451C4F-F91F-4995-B2A2-36EBDC8B3D98}" sibTransId="{E4A76D89-63B9-4C72-911D-83D2B723F9CD}"/>
    <dgm:cxn modelId="{FD85BF63-AD0E-4BC0-A380-1709824E7B4E}" type="presOf" srcId="{B3416E88-68DC-45E9-82CF-9B0167FCFB6F}" destId="{CCD182BA-831D-4CDC-B2E4-45450D187F7C}" srcOrd="0" destOrd="0" presId="urn:microsoft.com/office/officeart/2016/7/layout/RepeatingBendingProcessNew"/>
    <dgm:cxn modelId="{EADCA46A-33D2-4224-94C7-BEB5576B7028}" type="presOf" srcId="{83AD7F60-6DCF-4ECC-9E63-78D8855F2365}" destId="{E23DF2D8-003D-4191-AE47-6578644E0062}" srcOrd="0" destOrd="0" presId="urn:microsoft.com/office/officeart/2016/7/layout/RepeatingBendingProcessNew"/>
    <dgm:cxn modelId="{0DDA994D-DEC8-4430-8011-F2D2FA40A832}" srcId="{B3416E88-68DC-45E9-82CF-9B0167FCFB6F}" destId="{A23D40E9-A391-4710-A937-42A5162120FC}" srcOrd="1" destOrd="0" parTransId="{764385CD-161A-4C2D-9176-643D608C84B6}" sibTransId="{6839D747-3BFA-4AEE-B179-BB1C9D17040A}"/>
    <dgm:cxn modelId="{1BB4BA53-C58D-4179-820B-DAAB5135611B}" type="presOf" srcId="{F562A303-052F-4EC2-AE66-F484C5F7E0E4}" destId="{38ADB770-A7AB-427B-B5C4-D1E414F3A2EA}" srcOrd="0" destOrd="0" presId="urn:microsoft.com/office/officeart/2016/7/layout/RepeatingBendingProcessNew"/>
    <dgm:cxn modelId="{90EC6692-97C6-4206-90C3-20DF1F842B91}" type="presOf" srcId="{F4B07B51-238F-40E2-B235-5F76E80720C6}" destId="{26EA3E54-995C-4FBC-A994-88EF66D23D62}" srcOrd="1" destOrd="0" presId="urn:microsoft.com/office/officeart/2016/7/layout/RepeatingBendingProcessNew"/>
    <dgm:cxn modelId="{3723929F-0EE7-4760-B9F6-D74969D600AF}" srcId="{B3416E88-68DC-45E9-82CF-9B0167FCFB6F}" destId="{E8610609-B3EF-4393-A807-111BC7CC31C8}" srcOrd="4" destOrd="0" parTransId="{D64E3CA3-BE38-439E-AC05-C26C6DC41511}" sibTransId="{496EA8F5-5311-417E-9357-C75A22DC0406}"/>
    <dgm:cxn modelId="{3B920CA0-17A8-4166-AC0F-7880382C3B31}" type="presOf" srcId="{C804E5DC-24AE-4BF6-87E6-945F9963E2B0}" destId="{95248B20-1FF8-4978-8D11-9768479908CE}" srcOrd="1" destOrd="0" presId="urn:microsoft.com/office/officeart/2016/7/layout/RepeatingBendingProcessNew"/>
    <dgm:cxn modelId="{7481DBB2-89EA-4F03-960E-F653D47CEAB0}" type="presOf" srcId="{E4A76D89-63B9-4C72-911D-83D2B723F9CD}" destId="{8873C558-933C-4276-8D33-D51A77392205}" srcOrd="0" destOrd="0" presId="urn:microsoft.com/office/officeart/2016/7/layout/RepeatingBendingProcessNew"/>
    <dgm:cxn modelId="{7A1DBDB6-B72C-4313-8D0C-F7D7B9CFF6D4}" type="presOf" srcId="{A23D40E9-A391-4710-A937-42A5162120FC}" destId="{1BF4887E-78D7-4FBF-994E-4E5D241C62AA}" srcOrd="0" destOrd="0" presId="urn:microsoft.com/office/officeart/2016/7/layout/RepeatingBendingProcessNew"/>
    <dgm:cxn modelId="{30D7A4C2-2AC1-4D18-AACE-45740AA703F8}" type="presOf" srcId="{6839D747-3BFA-4AEE-B179-BB1C9D17040A}" destId="{98E259D5-8B7D-4908-9C22-ED792F1F27F9}" srcOrd="0" destOrd="0" presId="urn:microsoft.com/office/officeart/2016/7/layout/RepeatingBendingProcessNew"/>
    <dgm:cxn modelId="{8DB843C5-4E75-4EA5-B4DA-A6A47FDA35CC}" type="presOf" srcId="{496EA8F5-5311-417E-9357-C75A22DC0406}" destId="{DDC8AE66-B422-45D3-8EE5-7779319B6D54}" srcOrd="0" destOrd="0" presId="urn:microsoft.com/office/officeart/2016/7/layout/RepeatingBendingProcessNew"/>
    <dgm:cxn modelId="{2C4F63CC-1901-4625-84E7-1794BF1F4938}" type="presOf" srcId="{6839D747-3BFA-4AEE-B179-BB1C9D17040A}" destId="{CBC52464-F393-4119-AB2A-A5187716A364}" srcOrd="1" destOrd="0" presId="urn:microsoft.com/office/officeart/2016/7/layout/RepeatingBendingProcessNew"/>
    <dgm:cxn modelId="{D6C5CAD1-1F19-4282-8C01-1B1B14EF295C}" type="presOf" srcId="{E4A76D89-63B9-4C72-911D-83D2B723F9CD}" destId="{9FA438A2-A214-4B7C-8B92-22B5039B47E0}" srcOrd="1" destOrd="0" presId="urn:microsoft.com/office/officeart/2016/7/layout/RepeatingBendingProcessNew"/>
    <dgm:cxn modelId="{940B90DA-3593-4E95-B42C-E1E064E7F9A4}" type="presOf" srcId="{E8610609-B3EF-4393-A807-111BC7CC31C8}" destId="{F30E8C67-F51A-467E-9A39-631BA0B63707}" srcOrd="0" destOrd="0" presId="urn:microsoft.com/office/officeart/2016/7/layout/RepeatingBendingProcessNew"/>
    <dgm:cxn modelId="{3E7320E7-A860-4530-B733-168F4F0A6EDD}" type="presOf" srcId="{496EA8F5-5311-417E-9357-C75A22DC0406}" destId="{2DF9DF90-583A-4147-B509-ED4372675F32}" srcOrd="1" destOrd="0" presId="urn:microsoft.com/office/officeart/2016/7/layout/RepeatingBendingProcessNew"/>
    <dgm:cxn modelId="{110006E9-6D83-4B78-B433-147ECC2AE9A6}" srcId="{B3416E88-68DC-45E9-82CF-9B0167FCFB6F}" destId="{F562A303-052F-4EC2-AE66-F484C5F7E0E4}" srcOrd="5" destOrd="0" parTransId="{C8D4DBC3-470C-48B8-AA4F-2EFE66507670}" sibTransId="{721D9C7E-21F9-40A1-9BCE-AB19C238D47A}"/>
    <dgm:cxn modelId="{382B88F9-CE67-4814-9198-02D0FE80B0F4}" type="presOf" srcId="{E3018D8A-AE6F-4973-9E02-FABC6BF94067}" destId="{48B2BF57-7E34-42BC-8C89-125144B8E448}" srcOrd="0" destOrd="0" presId="urn:microsoft.com/office/officeart/2016/7/layout/RepeatingBendingProcessNew"/>
    <dgm:cxn modelId="{0C487F80-A5CB-405D-BD80-277C32D462B9}" type="presParOf" srcId="{CCD182BA-831D-4CDC-B2E4-45450D187F7C}" destId="{F60165CF-8042-407B-A54F-D4038AE70AF4}" srcOrd="0" destOrd="0" presId="urn:microsoft.com/office/officeart/2016/7/layout/RepeatingBendingProcessNew"/>
    <dgm:cxn modelId="{45C73049-17B5-4D32-BF99-C447BFD75B6A}" type="presParOf" srcId="{CCD182BA-831D-4CDC-B2E4-45450D187F7C}" destId="{20B4E795-5AB0-4077-A7C1-E43E85F4CB62}" srcOrd="1" destOrd="0" presId="urn:microsoft.com/office/officeart/2016/7/layout/RepeatingBendingProcessNew"/>
    <dgm:cxn modelId="{70943F58-C5CE-47F8-9CAD-DD1084589B91}" type="presParOf" srcId="{20B4E795-5AB0-4077-A7C1-E43E85F4CB62}" destId="{26EA3E54-995C-4FBC-A994-88EF66D23D62}" srcOrd="0" destOrd="0" presId="urn:microsoft.com/office/officeart/2016/7/layout/RepeatingBendingProcessNew"/>
    <dgm:cxn modelId="{27736C6F-4612-4DFC-915D-04074EF12B9F}" type="presParOf" srcId="{CCD182BA-831D-4CDC-B2E4-45450D187F7C}" destId="{1BF4887E-78D7-4FBF-994E-4E5D241C62AA}" srcOrd="2" destOrd="0" presId="urn:microsoft.com/office/officeart/2016/7/layout/RepeatingBendingProcessNew"/>
    <dgm:cxn modelId="{55D4EEC5-34C4-42B5-9619-2A1220984C0E}" type="presParOf" srcId="{CCD182BA-831D-4CDC-B2E4-45450D187F7C}" destId="{98E259D5-8B7D-4908-9C22-ED792F1F27F9}" srcOrd="3" destOrd="0" presId="urn:microsoft.com/office/officeart/2016/7/layout/RepeatingBendingProcessNew"/>
    <dgm:cxn modelId="{B6BD245E-4FDF-4BE8-9D34-E9412961DDB6}" type="presParOf" srcId="{98E259D5-8B7D-4908-9C22-ED792F1F27F9}" destId="{CBC52464-F393-4119-AB2A-A5187716A364}" srcOrd="0" destOrd="0" presId="urn:microsoft.com/office/officeart/2016/7/layout/RepeatingBendingProcessNew"/>
    <dgm:cxn modelId="{774B450C-F8EE-4C44-8490-27781F5343EA}" type="presParOf" srcId="{CCD182BA-831D-4CDC-B2E4-45450D187F7C}" destId="{48B2BF57-7E34-42BC-8C89-125144B8E448}" srcOrd="4" destOrd="0" presId="urn:microsoft.com/office/officeart/2016/7/layout/RepeatingBendingProcessNew"/>
    <dgm:cxn modelId="{2B2C3429-45ED-4B4E-8F82-B3BEF1D92E4C}" type="presParOf" srcId="{CCD182BA-831D-4CDC-B2E4-45450D187F7C}" destId="{8873C558-933C-4276-8D33-D51A77392205}" srcOrd="5" destOrd="0" presId="urn:microsoft.com/office/officeart/2016/7/layout/RepeatingBendingProcessNew"/>
    <dgm:cxn modelId="{4799E89C-398F-46B9-BB43-EAAB6075BFB5}" type="presParOf" srcId="{8873C558-933C-4276-8D33-D51A77392205}" destId="{9FA438A2-A214-4B7C-8B92-22B5039B47E0}" srcOrd="0" destOrd="0" presId="urn:microsoft.com/office/officeart/2016/7/layout/RepeatingBendingProcessNew"/>
    <dgm:cxn modelId="{34B8F7D6-A025-4517-BB42-AF41E17351B0}" type="presParOf" srcId="{CCD182BA-831D-4CDC-B2E4-45450D187F7C}" destId="{E23DF2D8-003D-4191-AE47-6578644E0062}" srcOrd="6" destOrd="0" presId="urn:microsoft.com/office/officeart/2016/7/layout/RepeatingBendingProcessNew"/>
    <dgm:cxn modelId="{5DA4D2D4-9EF5-421B-9F52-4C86F578DAEF}" type="presParOf" srcId="{CCD182BA-831D-4CDC-B2E4-45450D187F7C}" destId="{94D9FB18-8E39-482A-B502-5474734FE397}" srcOrd="7" destOrd="0" presId="urn:microsoft.com/office/officeart/2016/7/layout/RepeatingBendingProcessNew"/>
    <dgm:cxn modelId="{6E73BEF5-7EFC-46A7-8213-A55915A813C0}" type="presParOf" srcId="{94D9FB18-8E39-482A-B502-5474734FE397}" destId="{95248B20-1FF8-4978-8D11-9768479908CE}" srcOrd="0" destOrd="0" presId="urn:microsoft.com/office/officeart/2016/7/layout/RepeatingBendingProcessNew"/>
    <dgm:cxn modelId="{F531C64C-C7CF-484F-BC30-C910F029CC77}" type="presParOf" srcId="{CCD182BA-831D-4CDC-B2E4-45450D187F7C}" destId="{F30E8C67-F51A-467E-9A39-631BA0B63707}" srcOrd="8" destOrd="0" presId="urn:microsoft.com/office/officeart/2016/7/layout/RepeatingBendingProcessNew"/>
    <dgm:cxn modelId="{D0ADE5B6-43BD-46F4-B6DE-7F0E12A78358}" type="presParOf" srcId="{CCD182BA-831D-4CDC-B2E4-45450D187F7C}" destId="{DDC8AE66-B422-45D3-8EE5-7779319B6D54}" srcOrd="9" destOrd="0" presId="urn:microsoft.com/office/officeart/2016/7/layout/RepeatingBendingProcessNew"/>
    <dgm:cxn modelId="{ADE3F2D8-CD40-437B-9AAB-75AE30A4B148}" type="presParOf" srcId="{DDC8AE66-B422-45D3-8EE5-7779319B6D54}" destId="{2DF9DF90-583A-4147-B509-ED4372675F32}" srcOrd="0" destOrd="0" presId="urn:microsoft.com/office/officeart/2016/7/layout/RepeatingBendingProcessNew"/>
    <dgm:cxn modelId="{A942F6C5-9914-40CE-9181-71E713A679C3}" type="presParOf" srcId="{CCD182BA-831D-4CDC-B2E4-45450D187F7C}" destId="{38ADB770-A7AB-427B-B5C4-D1E414F3A2E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59A218-3D88-44F4-B38E-5563FCA1773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EAE1EFD-21CB-4529-B071-1E2078907247}">
      <dgm:prSet/>
      <dgm:spPr/>
      <dgm:t>
        <a:bodyPr/>
        <a:lstStyle/>
        <a:p>
          <a:r>
            <a:rPr lang="es-CL"/>
            <a:t>Objetivo General:</a:t>
          </a:r>
          <a:endParaRPr lang="en-US"/>
        </a:p>
      </dgm:t>
    </dgm:pt>
    <dgm:pt modelId="{6B01B075-DF6A-4DFB-BB56-EC88471F6F0E}" type="parTrans" cxnId="{78FD8C21-0DBF-4C9D-9A18-BDEF3D864A9A}">
      <dgm:prSet/>
      <dgm:spPr/>
      <dgm:t>
        <a:bodyPr/>
        <a:lstStyle/>
        <a:p>
          <a:endParaRPr lang="en-US"/>
        </a:p>
      </dgm:t>
    </dgm:pt>
    <dgm:pt modelId="{F8F0C76D-EFF1-4693-BCC0-1038DEF42441}" type="sibTrans" cxnId="{78FD8C21-0DBF-4C9D-9A18-BDEF3D864A9A}">
      <dgm:prSet/>
      <dgm:spPr/>
      <dgm:t>
        <a:bodyPr/>
        <a:lstStyle/>
        <a:p>
          <a:endParaRPr lang="en-US"/>
        </a:p>
      </dgm:t>
    </dgm:pt>
    <dgm:pt modelId="{F3FBD466-02FD-4FDF-9332-16A3643BD954}">
      <dgm:prSet/>
      <dgm:spPr/>
      <dgm:t>
        <a:bodyPr/>
        <a:lstStyle/>
        <a:p>
          <a:r>
            <a:rPr lang="es-CL"/>
            <a:t>Desarrollar e implementar un sistema multiplataforma (móvil + web) que optimice el control de stock y la reposición en tiempo real.</a:t>
          </a:r>
          <a:endParaRPr lang="en-US"/>
        </a:p>
      </dgm:t>
    </dgm:pt>
    <dgm:pt modelId="{D7C060BC-AC98-47DC-AFA1-8284F2518F9D}" type="parTrans" cxnId="{D2F961AE-799F-4B89-A18D-366B032B2227}">
      <dgm:prSet/>
      <dgm:spPr/>
      <dgm:t>
        <a:bodyPr/>
        <a:lstStyle/>
        <a:p>
          <a:endParaRPr lang="en-US"/>
        </a:p>
      </dgm:t>
    </dgm:pt>
    <dgm:pt modelId="{05E9536F-73AA-4721-A752-85D31CE6F93F}" type="sibTrans" cxnId="{D2F961AE-799F-4B89-A18D-366B032B2227}">
      <dgm:prSet/>
      <dgm:spPr/>
      <dgm:t>
        <a:bodyPr/>
        <a:lstStyle/>
        <a:p>
          <a:endParaRPr lang="en-US"/>
        </a:p>
      </dgm:t>
    </dgm:pt>
    <dgm:pt modelId="{03269508-F61D-454C-B3F8-3829CA37F44E}">
      <dgm:prSet/>
      <dgm:spPr/>
      <dgm:t>
        <a:bodyPr/>
        <a:lstStyle/>
        <a:p>
          <a:r>
            <a:rPr lang="es-CL"/>
            <a:t>Componentes clave:</a:t>
          </a:r>
          <a:endParaRPr lang="en-US"/>
        </a:p>
      </dgm:t>
    </dgm:pt>
    <dgm:pt modelId="{3EC86CD6-A512-4856-B179-8F038B0FC70D}" type="parTrans" cxnId="{32347D4A-CAF2-4FE5-9170-25A2814485A8}">
      <dgm:prSet/>
      <dgm:spPr/>
      <dgm:t>
        <a:bodyPr/>
        <a:lstStyle/>
        <a:p>
          <a:endParaRPr lang="en-US"/>
        </a:p>
      </dgm:t>
    </dgm:pt>
    <dgm:pt modelId="{5A1D8BBC-7D40-407D-937E-FA5CE76AB915}" type="sibTrans" cxnId="{32347D4A-CAF2-4FE5-9170-25A2814485A8}">
      <dgm:prSet/>
      <dgm:spPr/>
      <dgm:t>
        <a:bodyPr/>
        <a:lstStyle/>
        <a:p>
          <a:endParaRPr lang="en-US"/>
        </a:p>
      </dgm:t>
    </dgm:pt>
    <dgm:pt modelId="{8BCE3655-9F1A-485D-8DF8-80151EEB2F16}">
      <dgm:prSet/>
      <dgm:spPr/>
      <dgm:t>
        <a:bodyPr/>
        <a:lstStyle/>
        <a:p>
          <a:r>
            <a:rPr lang="es-CL"/>
            <a:t>App Móvil (Flutter): escaneo QR/Barra, actualización instantánea y notificaciones</a:t>
          </a:r>
          <a:endParaRPr lang="en-US"/>
        </a:p>
      </dgm:t>
    </dgm:pt>
    <dgm:pt modelId="{1B5D71BB-BED4-41B0-B627-3BB15AC5C031}" type="parTrans" cxnId="{C02C3BB2-15D5-47B4-A1E1-E107B38F10E3}">
      <dgm:prSet/>
      <dgm:spPr/>
      <dgm:t>
        <a:bodyPr/>
        <a:lstStyle/>
        <a:p>
          <a:endParaRPr lang="en-US"/>
        </a:p>
      </dgm:t>
    </dgm:pt>
    <dgm:pt modelId="{6A991094-D4D1-448C-B9A1-41B69989C5BA}" type="sibTrans" cxnId="{C02C3BB2-15D5-47B4-A1E1-E107B38F10E3}">
      <dgm:prSet/>
      <dgm:spPr/>
      <dgm:t>
        <a:bodyPr/>
        <a:lstStyle/>
        <a:p>
          <a:endParaRPr lang="en-US"/>
        </a:p>
      </dgm:t>
    </dgm:pt>
    <dgm:pt modelId="{0226ECF5-0A7D-4B44-A609-85979476EB22}">
      <dgm:prSet/>
      <dgm:spPr/>
      <dgm:t>
        <a:bodyPr/>
        <a:lstStyle/>
        <a:p>
          <a:r>
            <a:rPr lang="es-CL"/>
            <a:t>Panel Web Admin: dashboard con reportes, KPIs y gestión de catálogo</a:t>
          </a:r>
          <a:endParaRPr lang="en-US"/>
        </a:p>
      </dgm:t>
    </dgm:pt>
    <dgm:pt modelId="{EA4D57DE-FA49-45B9-AB47-CC84BC6F25FE}" type="parTrans" cxnId="{88035EAE-EEB6-4EED-86E3-2A325ADDBC3E}">
      <dgm:prSet/>
      <dgm:spPr/>
      <dgm:t>
        <a:bodyPr/>
        <a:lstStyle/>
        <a:p>
          <a:endParaRPr lang="en-US"/>
        </a:p>
      </dgm:t>
    </dgm:pt>
    <dgm:pt modelId="{4D50A8D7-B4B7-4E27-88B1-F81DF1EBC4B1}" type="sibTrans" cxnId="{88035EAE-EEB6-4EED-86E3-2A325ADDBC3E}">
      <dgm:prSet/>
      <dgm:spPr/>
      <dgm:t>
        <a:bodyPr/>
        <a:lstStyle/>
        <a:p>
          <a:endParaRPr lang="en-US"/>
        </a:p>
      </dgm:t>
    </dgm:pt>
    <dgm:pt modelId="{3B452D97-D5CF-44AC-AA93-D80188F7C77D}">
      <dgm:prSet/>
      <dgm:spPr/>
      <dgm:t>
        <a:bodyPr/>
        <a:lstStyle/>
        <a:p>
          <a:r>
            <a:rPr lang="es-CL"/>
            <a:t>Beneficios:</a:t>
          </a:r>
          <a:endParaRPr lang="en-US"/>
        </a:p>
      </dgm:t>
    </dgm:pt>
    <dgm:pt modelId="{151EE5FC-4EC7-4945-9EE0-FEC9ED84FEB9}" type="parTrans" cxnId="{86AECFC1-95DF-4BC7-9397-43F6B42F48A6}">
      <dgm:prSet/>
      <dgm:spPr/>
      <dgm:t>
        <a:bodyPr/>
        <a:lstStyle/>
        <a:p>
          <a:endParaRPr lang="en-US"/>
        </a:p>
      </dgm:t>
    </dgm:pt>
    <dgm:pt modelId="{8709FB68-DB1A-4263-9F4A-68094BD4548C}" type="sibTrans" cxnId="{86AECFC1-95DF-4BC7-9397-43F6B42F48A6}">
      <dgm:prSet/>
      <dgm:spPr/>
      <dgm:t>
        <a:bodyPr/>
        <a:lstStyle/>
        <a:p>
          <a:endParaRPr lang="en-US"/>
        </a:p>
      </dgm:t>
    </dgm:pt>
    <dgm:pt modelId="{63A28607-2B7C-42C4-B282-A063FE4DCCCD}">
      <dgm:prSet/>
      <dgm:spPr/>
      <dgm:t>
        <a:bodyPr/>
        <a:lstStyle/>
        <a:p>
          <a:r>
            <a:rPr lang="es-CL"/>
            <a:t>Eliminación de quiebres de stock</a:t>
          </a:r>
          <a:endParaRPr lang="en-US"/>
        </a:p>
      </dgm:t>
    </dgm:pt>
    <dgm:pt modelId="{55228ECD-A4EC-4090-BE56-E52A567FA50F}" type="parTrans" cxnId="{9329E475-3829-4834-A9CE-1CD384E79D5F}">
      <dgm:prSet/>
      <dgm:spPr/>
      <dgm:t>
        <a:bodyPr/>
        <a:lstStyle/>
        <a:p>
          <a:endParaRPr lang="en-US"/>
        </a:p>
      </dgm:t>
    </dgm:pt>
    <dgm:pt modelId="{E13B316D-F170-4F7E-931D-1349434E0AD2}" type="sibTrans" cxnId="{9329E475-3829-4834-A9CE-1CD384E79D5F}">
      <dgm:prSet/>
      <dgm:spPr/>
      <dgm:t>
        <a:bodyPr/>
        <a:lstStyle/>
        <a:p>
          <a:endParaRPr lang="en-US"/>
        </a:p>
      </dgm:t>
    </dgm:pt>
    <dgm:pt modelId="{501C4E3A-174D-499F-9AA0-1B29776B9DBA}">
      <dgm:prSet/>
      <dgm:spPr/>
      <dgm:t>
        <a:bodyPr/>
        <a:lstStyle/>
        <a:p>
          <a:r>
            <a:rPr lang="es-CL"/>
            <a:t>Reducción de carga administrativa</a:t>
          </a:r>
          <a:endParaRPr lang="en-US"/>
        </a:p>
      </dgm:t>
    </dgm:pt>
    <dgm:pt modelId="{33508927-EAE6-4D7E-B0F2-02C27E6E2341}" type="parTrans" cxnId="{DCEC2127-FB92-49E4-821B-030F063F04DA}">
      <dgm:prSet/>
      <dgm:spPr/>
      <dgm:t>
        <a:bodyPr/>
        <a:lstStyle/>
        <a:p>
          <a:endParaRPr lang="en-US"/>
        </a:p>
      </dgm:t>
    </dgm:pt>
    <dgm:pt modelId="{88F855D6-EC58-4369-84F2-8DD9475F8467}" type="sibTrans" cxnId="{DCEC2127-FB92-49E4-821B-030F063F04DA}">
      <dgm:prSet/>
      <dgm:spPr/>
      <dgm:t>
        <a:bodyPr/>
        <a:lstStyle/>
        <a:p>
          <a:endParaRPr lang="en-US"/>
        </a:p>
      </dgm:t>
    </dgm:pt>
    <dgm:pt modelId="{31F326EA-5004-410B-BC11-EDBCFEEB0353}">
      <dgm:prSet/>
      <dgm:spPr/>
      <dgm:t>
        <a:bodyPr/>
        <a:lstStyle/>
        <a:p>
          <a:r>
            <a:rPr lang="es-CL"/>
            <a:t>Datos en tiempo real para toma de decisiones</a:t>
          </a:r>
          <a:endParaRPr lang="en-US"/>
        </a:p>
      </dgm:t>
    </dgm:pt>
    <dgm:pt modelId="{6485F251-9552-4BA2-B85E-D0C27BD22D52}" type="parTrans" cxnId="{6D7AAB95-40F6-4D63-B2FD-6BC55DB567F0}">
      <dgm:prSet/>
      <dgm:spPr/>
      <dgm:t>
        <a:bodyPr/>
        <a:lstStyle/>
        <a:p>
          <a:endParaRPr lang="en-US"/>
        </a:p>
      </dgm:t>
    </dgm:pt>
    <dgm:pt modelId="{44D1A3D5-4183-4987-A5C2-CB53ABAF8E9F}" type="sibTrans" cxnId="{6D7AAB95-40F6-4D63-B2FD-6BC55DB567F0}">
      <dgm:prSet/>
      <dgm:spPr/>
      <dgm:t>
        <a:bodyPr/>
        <a:lstStyle/>
        <a:p>
          <a:endParaRPr lang="en-US"/>
        </a:p>
      </dgm:t>
    </dgm:pt>
    <dgm:pt modelId="{E6E0AFD3-AEA9-4A8B-92E5-29AE514020DF}" type="pres">
      <dgm:prSet presAssocID="{AC59A218-3D88-44F4-B38E-5563FCA17739}" presName="Name0" presStyleCnt="0">
        <dgm:presLayoutVars>
          <dgm:dir/>
          <dgm:resizeHandles val="exact"/>
        </dgm:presLayoutVars>
      </dgm:prSet>
      <dgm:spPr/>
    </dgm:pt>
    <dgm:pt modelId="{7023DDC1-3273-487E-A67E-74F1638731AA}" type="pres">
      <dgm:prSet presAssocID="{EEAE1EFD-21CB-4529-B071-1E2078907247}" presName="node" presStyleLbl="node1" presStyleIdx="0" presStyleCnt="4">
        <dgm:presLayoutVars>
          <dgm:bulletEnabled val="1"/>
        </dgm:presLayoutVars>
      </dgm:prSet>
      <dgm:spPr/>
    </dgm:pt>
    <dgm:pt modelId="{1A9443F1-6A2D-4CE5-B7FF-6615F89E26ED}" type="pres">
      <dgm:prSet presAssocID="{F8F0C76D-EFF1-4693-BCC0-1038DEF42441}" presName="sibTrans" presStyleLbl="sibTrans1D1" presStyleIdx="0" presStyleCnt="3"/>
      <dgm:spPr/>
    </dgm:pt>
    <dgm:pt modelId="{F93EB52F-99C9-486D-BFC1-001EBFDD94C6}" type="pres">
      <dgm:prSet presAssocID="{F8F0C76D-EFF1-4693-BCC0-1038DEF42441}" presName="connectorText" presStyleLbl="sibTrans1D1" presStyleIdx="0" presStyleCnt="3"/>
      <dgm:spPr/>
    </dgm:pt>
    <dgm:pt modelId="{B837F54B-0BF2-4D2D-8144-26878950436F}" type="pres">
      <dgm:prSet presAssocID="{F3FBD466-02FD-4FDF-9332-16A3643BD954}" presName="node" presStyleLbl="node1" presStyleIdx="1" presStyleCnt="4">
        <dgm:presLayoutVars>
          <dgm:bulletEnabled val="1"/>
        </dgm:presLayoutVars>
      </dgm:prSet>
      <dgm:spPr/>
    </dgm:pt>
    <dgm:pt modelId="{6F374162-09D1-45ED-8122-C220A824B134}" type="pres">
      <dgm:prSet presAssocID="{05E9536F-73AA-4721-A752-85D31CE6F93F}" presName="sibTrans" presStyleLbl="sibTrans1D1" presStyleIdx="1" presStyleCnt="3"/>
      <dgm:spPr/>
    </dgm:pt>
    <dgm:pt modelId="{389B9227-66E2-4B3C-B13C-262424BC1B70}" type="pres">
      <dgm:prSet presAssocID="{05E9536F-73AA-4721-A752-85D31CE6F93F}" presName="connectorText" presStyleLbl="sibTrans1D1" presStyleIdx="1" presStyleCnt="3"/>
      <dgm:spPr/>
    </dgm:pt>
    <dgm:pt modelId="{D6E5FF3C-9835-4B47-B9DC-07CD142AF26F}" type="pres">
      <dgm:prSet presAssocID="{03269508-F61D-454C-B3F8-3829CA37F44E}" presName="node" presStyleLbl="node1" presStyleIdx="2" presStyleCnt="4">
        <dgm:presLayoutVars>
          <dgm:bulletEnabled val="1"/>
        </dgm:presLayoutVars>
      </dgm:prSet>
      <dgm:spPr/>
    </dgm:pt>
    <dgm:pt modelId="{29C1284C-9D37-4AD5-8B06-7401672CD24B}" type="pres">
      <dgm:prSet presAssocID="{5A1D8BBC-7D40-407D-937E-FA5CE76AB915}" presName="sibTrans" presStyleLbl="sibTrans1D1" presStyleIdx="2" presStyleCnt="3"/>
      <dgm:spPr/>
    </dgm:pt>
    <dgm:pt modelId="{B7206E4A-889E-4C00-9E41-AF4ECF2E1BB7}" type="pres">
      <dgm:prSet presAssocID="{5A1D8BBC-7D40-407D-937E-FA5CE76AB915}" presName="connectorText" presStyleLbl="sibTrans1D1" presStyleIdx="2" presStyleCnt="3"/>
      <dgm:spPr/>
    </dgm:pt>
    <dgm:pt modelId="{B9B4E0AF-C08F-4797-B9BC-74AFB79EC1AD}" type="pres">
      <dgm:prSet presAssocID="{3B452D97-D5CF-44AC-AA93-D80188F7C77D}" presName="node" presStyleLbl="node1" presStyleIdx="3" presStyleCnt="4">
        <dgm:presLayoutVars>
          <dgm:bulletEnabled val="1"/>
        </dgm:presLayoutVars>
      </dgm:prSet>
      <dgm:spPr/>
    </dgm:pt>
  </dgm:ptLst>
  <dgm:cxnLst>
    <dgm:cxn modelId="{78FD8C21-0DBF-4C9D-9A18-BDEF3D864A9A}" srcId="{AC59A218-3D88-44F4-B38E-5563FCA17739}" destId="{EEAE1EFD-21CB-4529-B071-1E2078907247}" srcOrd="0" destOrd="0" parTransId="{6B01B075-DF6A-4DFB-BB56-EC88471F6F0E}" sibTransId="{F8F0C76D-EFF1-4693-BCC0-1038DEF42441}"/>
    <dgm:cxn modelId="{E3B8AD23-0CE8-4850-B308-2E6F9DCE1717}" type="presOf" srcId="{501C4E3A-174D-499F-9AA0-1B29776B9DBA}" destId="{B9B4E0AF-C08F-4797-B9BC-74AFB79EC1AD}" srcOrd="0" destOrd="2" presId="urn:microsoft.com/office/officeart/2016/7/layout/RepeatingBendingProcessNew"/>
    <dgm:cxn modelId="{DCEC2127-FB92-49E4-821B-030F063F04DA}" srcId="{3B452D97-D5CF-44AC-AA93-D80188F7C77D}" destId="{501C4E3A-174D-499F-9AA0-1B29776B9DBA}" srcOrd="1" destOrd="0" parTransId="{33508927-EAE6-4D7E-B0F2-02C27E6E2341}" sibTransId="{88F855D6-EC58-4369-84F2-8DD9475F8467}"/>
    <dgm:cxn modelId="{36ABE863-4D5D-44CB-AE9A-199006690505}" type="presOf" srcId="{0226ECF5-0A7D-4B44-A609-85979476EB22}" destId="{D6E5FF3C-9835-4B47-B9DC-07CD142AF26F}" srcOrd="0" destOrd="2" presId="urn:microsoft.com/office/officeart/2016/7/layout/RepeatingBendingProcessNew"/>
    <dgm:cxn modelId="{C91F9648-1328-4861-8CCC-19D31ABFAFD8}" type="presOf" srcId="{63A28607-2B7C-42C4-B282-A063FE4DCCCD}" destId="{B9B4E0AF-C08F-4797-B9BC-74AFB79EC1AD}" srcOrd="0" destOrd="1" presId="urn:microsoft.com/office/officeart/2016/7/layout/RepeatingBendingProcessNew"/>
    <dgm:cxn modelId="{0B25364A-EB2D-4E87-9895-5000E2B24954}" type="presOf" srcId="{F3FBD466-02FD-4FDF-9332-16A3643BD954}" destId="{B837F54B-0BF2-4D2D-8144-26878950436F}" srcOrd="0" destOrd="0" presId="urn:microsoft.com/office/officeart/2016/7/layout/RepeatingBendingProcessNew"/>
    <dgm:cxn modelId="{32347D4A-CAF2-4FE5-9170-25A2814485A8}" srcId="{AC59A218-3D88-44F4-B38E-5563FCA17739}" destId="{03269508-F61D-454C-B3F8-3829CA37F44E}" srcOrd="2" destOrd="0" parTransId="{3EC86CD6-A512-4856-B179-8F038B0FC70D}" sibTransId="{5A1D8BBC-7D40-407D-937E-FA5CE76AB915}"/>
    <dgm:cxn modelId="{74A1C76D-2E7F-4FFB-8275-8C6D793E5472}" type="presOf" srcId="{8BCE3655-9F1A-485D-8DF8-80151EEB2F16}" destId="{D6E5FF3C-9835-4B47-B9DC-07CD142AF26F}" srcOrd="0" destOrd="1" presId="urn:microsoft.com/office/officeart/2016/7/layout/RepeatingBendingProcessNew"/>
    <dgm:cxn modelId="{9329E475-3829-4834-A9CE-1CD384E79D5F}" srcId="{3B452D97-D5CF-44AC-AA93-D80188F7C77D}" destId="{63A28607-2B7C-42C4-B282-A063FE4DCCCD}" srcOrd="0" destOrd="0" parTransId="{55228ECD-A4EC-4090-BE56-E52A567FA50F}" sibTransId="{E13B316D-F170-4F7E-931D-1349434E0AD2}"/>
    <dgm:cxn modelId="{AA468E84-576A-46E8-A82B-D03448592435}" type="presOf" srcId="{5A1D8BBC-7D40-407D-937E-FA5CE76AB915}" destId="{B7206E4A-889E-4C00-9E41-AF4ECF2E1BB7}" srcOrd="1" destOrd="0" presId="urn:microsoft.com/office/officeart/2016/7/layout/RepeatingBendingProcessNew"/>
    <dgm:cxn modelId="{2DE6868D-B5D2-4374-A701-F9B569A02507}" type="presOf" srcId="{31F326EA-5004-410B-BC11-EDBCFEEB0353}" destId="{B9B4E0AF-C08F-4797-B9BC-74AFB79EC1AD}" srcOrd="0" destOrd="3" presId="urn:microsoft.com/office/officeart/2016/7/layout/RepeatingBendingProcessNew"/>
    <dgm:cxn modelId="{EB50BB8E-6D3A-47B8-86EE-ED21D98E8984}" type="presOf" srcId="{05E9536F-73AA-4721-A752-85D31CE6F93F}" destId="{6F374162-09D1-45ED-8122-C220A824B134}" srcOrd="0" destOrd="0" presId="urn:microsoft.com/office/officeart/2016/7/layout/RepeatingBendingProcessNew"/>
    <dgm:cxn modelId="{14632C91-2F6F-4566-B894-44F4FA4CBBBF}" type="presOf" srcId="{05E9536F-73AA-4721-A752-85D31CE6F93F}" destId="{389B9227-66E2-4B3C-B13C-262424BC1B70}" srcOrd="1" destOrd="0" presId="urn:microsoft.com/office/officeart/2016/7/layout/RepeatingBendingProcessNew"/>
    <dgm:cxn modelId="{D34D3A93-7D4F-4603-BF7B-C09AAE8B1F83}" type="presOf" srcId="{3B452D97-D5CF-44AC-AA93-D80188F7C77D}" destId="{B9B4E0AF-C08F-4797-B9BC-74AFB79EC1AD}" srcOrd="0" destOrd="0" presId="urn:microsoft.com/office/officeart/2016/7/layout/RepeatingBendingProcessNew"/>
    <dgm:cxn modelId="{6D7AAB95-40F6-4D63-B2FD-6BC55DB567F0}" srcId="{3B452D97-D5CF-44AC-AA93-D80188F7C77D}" destId="{31F326EA-5004-410B-BC11-EDBCFEEB0353}" srcOrd="2" destOrd="0" parTransId="{6485F251-9552-4BA2-B85E-D0C27BD22D52}" sibTransId="{44D1A3D5-4183-4987-A5C2-CB53ABAF8E9F}"/>
    <dgm:cxn modelId="{4965BDAC-2869-441E-965D-A770B2CBF508}" type="presOf" srcId="{5A1D8BBC-7D40-407D-937E-FA5CE76AB915}" destId="{29C1284C-9D37-4AD5-8B06-7401672CD24B}" srcOrd="0" destOrd="0" presId="urn:microsoft.com/office/officeart/2016/7/layout/RepeatingBendingProcessNew"/>
    <dgm:cxn modelId="{88035EAE-EEB6-4EED-86E3-2A325ADDBC3E}" srcId="{03269508-F61D-454C-B3F8-3829CA37F44E}" destId="{0226ECF5-0A7D-4B44-A609-85979476EB22}" srcOrd="1" destOrd="0" parTransId="{EA4D57DE-FA49-45B9-AB47-CC84BC6F25FE}" sibTransId="{4D50A8D7-B4B7-4E27-88B1-F81DF1EBC4B1}"/>
    <dgm:cxn modelId="{D2F961AE-799F-4B89-A18D-366B032B2227}" srcId="{AC59A218-3D88-44F4-B38E-5563FCA17739}" destId="{F3FBD466-02FD-4FDF-9332-16A3643BD954}" srcOrd="1" destOrd="0" parTransId="{D7C060BC-AC98-47DC-AFA1-8284F2518F9D}" sibTransId="{05E9536F-73AA-4721-A752-85D31CE6F93F}"/>
    <dgm:cxn modelId="{C5B480B1-82FA-4105-B06A-4F6C80BDA5BF}" type="presOf" srcId="{EEAE1EFD-21CB-4529-B071-1E2078907247}" destId="{7023DDC1-3273-487E-A67E-74F1638731AA}" srcOrd="0" destOrd="0" presId="urn:microsoft.com/office/officeart/2016/7/layout/RepeatingBendingProcessNew"/>
    <dgm:cxn modelId="{C02C3BB2-15D5-47B4-A1E1-E107B38F10E3}" srcId="{03269508-F61D-454C-B3F8-3829CA37F44E}" destId="{8BCE3655-9F1A-485D-8DF8-80151EEB2F16}" srcOrd="0" destOrd="0" parTransId="{1B5D71BB-BED4-41B0-B627-3BB15AC5C031}" sibTransId="{6A991094-D4D1-448C-B9A1-41B69989C5BA}"/>
    <dgm:cxn modelId="{977E6DBD-FAF0-4601-BF7C-DB21954AD943}" type="presOf" srcId="{03269508-F61D-454C-B3F8-3829CA37F44E}" destId="{D6E5FF3C-9835-4B47-B9DC-07CD142AF26F}" srcOrd="0" destOrd="0" presId="urn:microsoft.com/office/officeart/2016/7/layout/RepeatingBendingProcessNew"/>
    <dgm:cxn modelId="{86AECFC1-95DF-4BC7-9397-43F6B42F48A6}" srcId="{AC59A218-3D88-44F4-B38E-5563FCA17739}" destId="{3B452D97-D5CF-44AC-AA93-D80188F7C77D}" srcOrd="3" destOrd="0" parTransId="{151EE5FC-4EC7-4945-9EE0-FEC9ED84FEB9}" sibTransId="{8709FB68-DB1A-4263-9F4A-68094BD4548C}"/>
    <dgm:cxn modelId="{019DF5D1-4AB9-4BBF-BE00-1DC7B0BC17B8}" type="presOf" srcId="{AC59A218-3D88-44F4-B38E-5563FCA17739}" destId="{E6E0AFD3-AEA9-4A8B-92E5-29AE514020DF}" srcOrd="0" destOrd="0" presId="urn:microsoft.com/office/officeart/2016/7/layout/RepeatingBendingProcessNew"/>
    <dgm:cxn modelId="{A827D2D6-0BE1-4B84-8718-5897C2546872}" type="presOf" srcId="{F8F0C76D-EFF1-4693-BCC0-1038DEF42441}" destId="{F93EB52F-99C9-486D-BFC1-001EBFDD94C6}" srcOrd="1" destOrd="0" presId="urn:microsoft.com/office/officeart/2016/7/layout/RepeatingBendingProcessNew"/>
    <dgm:cxn modelId="{ADAA0EEA-A463-428E-AA1A-21AADCE9C90C}" type="presOf" srcId="{F8F0C76D-EFF1-4693-BCC0-1038DEF42441}" destId="{1A9443F1-6A2D-4CE5-B7FF-6615F89E26ED}" srcOrd="0" destOrd="0" presId="urn:microsoft.com/office/officeart/2016/7/layout/RepeatingBendingProcessNew"/>
    <dgm:cxn modelId="{E0273B7B-B258-4D09-B95F-6E282117408F}" type="presParOf" srcId="{E6E0AFD3-AEA9-4A8B-92E5-29AE514020DF}" destId="{7023DDC1-3273-487E-A67E-74F1638731AA}" srcOrd="0" destOrd="0" presId="urn:microsoft.com/office/officeart/2016/7/layout/RepeatingBendingProcessNew"/>
    <dgm:cxn modelId="{0579A415-BD8D-4236-980F-9A0A2C144B86}" type="presParOf" srcId="{E6E0AFD3-AEA9-4A8B-92E5-29AE514020DF}" destId="{1A9443F1-6A2D-4CE5-B7FF-6615F89E26ED}" srcOrd="1" destOrd="0" presId="urn:microsoft.com/office/officeart/2016/7/layout/RepeatingBendingProcessNew"/>
    <dgm:cxn modelId="{9921FFB3-3E2B-4FE7-9F95-30E3161A6A61}" type="presParOf" srcId="{1A9443F1-6A2D-4CE5-B7FF-6615F89E26ED}" destId="{F93EB52F-99C9-486D-BFC1-001EBFDD94C6}" srcOrd="0" destOrd="0" presId="urn:microsoft.com/office/officeart/2016/7/layout/RepeatingBendingProcessNew"/>
    <dgm:cxn modelId="{2A04B502-FE7B-4B83-B8F8-CE642154196B}" type="presParOf" srcId="{E6E0AFD3-AEA9-4A8B-92E5-29AE514020DF}" destId="{B837F54B-0BF2-4D2D-8144-26878950436F}" srcOrd="2" destOrd="0" presId="urn:microsoft.com/office/officeart/2016/7/layout/RepeatingBendingProcessNew"/>
    <dgm:cxn modelId="{3A40895E-4721-47CD-B788-5BECE814D91A}" type="presParOf" srcId="{E6E0AFD3-AEA9-4A8B-92E5-29AE514020DF}" destId="{6F374162-09D1-45ED-8122-C220A824B134}" srcOrd="3" destOrd="0" presId="urn:microsoft.com/office/officeart/2016/7/layout/RepeatingBendingProcessNew"/>
    <dgm:cxn modelId="{DBA7EC60-7B27-4420-8720-BD85E9EAF0C4}" type="presParOf" srcId="{6F374162-09D1-45ED-8122-C220A824B134}" destId="{389B9227-66E2-4B3C-B13C-262424BC1B70}" srcOrd="0" destOrd="0" presId="urn:microsoft.com/office/officeart/2016/7/layout/RepeatingBendingProcessNew"/>
    <dgm:cxn modelId="{C7A77DF7-731E-4FBE-982E-43B8CFAC05F5}" type="presParOf" srcId="{E6E0AFD3-AEA9-4A8B-92E5-29AE514020DF}" destId="{D6E5FF3C-9835-4B47-B9DC-07CD142AF26F}" srcOrd="4" destOrd="0" presId="urn:microsoft.com/office/officeart/2016/7/layout/RepeatingBendingProcessNew"/>
    <dgm:cxn modelId="{31CF6E63-CE01-4B71-B4D2-45A4FAEFACBF}" type="presParOf" srcId="{E6E0AFD3-AEA9-4A8B-92E5-29AE514020DF}" destId="{29C1284C-9D37-4AD5-8B06-7401672CD24B}" srcOrd="5" destOrd="0" presId="urn:microsoft.com/office/officeart/2016/7/layout/RepeatingBendingProcessNew"/>
    <dgm:cxn modelId="{E80AD13F-6130-44B8-B699-8104079999FD}" type="presParOf" srcId="{29C1284C-9D37-4AD5-8B06-7401672CD24B}" destId="{B7206E4A-889E-4C00-9E41-AF4ECF2E1BB7}" srcOrd="0" destOrd="0" presId="urn:microsoft.com/office/officeart/2016/7/layout/RepeatingBendingProcessNew"/>
    <dgm:cxn modelId="{58637009-3E84-4F5A-A960-EA09BED44C5C}" type="presParOf" srcId="{E6E0AFD3-AEA9-4A8B-92E5-29AE514020DF}" destId="{B9B4E0AF-C08F-4797-B9BC-74AFB79EC1AD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2BD5D9-7128-4F1D-8326-9ADFABEC2410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4516ED6-A2E5-4DF6-BC50-F8803DA962DC}">
      <dgm:prSet/>
      <dgm:spPr/>
      <dgm:t>
        <a:bodyPr/>
        <a:lstStyle/>
        <a:p>
          <a:r>
            <a:rPr lang="es-CL"/>
            <a:t>Metodología: Scrum (roles asumidos 100% por el autor)</a:t>
          </a:r>
          <a:endParaRPr lang="en-US"/>
        </a:p>
      </dgm:t>
    </dgm:pt>
    <dgm:pt modelId="{B2A17BC0-ADE6-41CB-990F-E450A74C0265}" type="parTrans" cxnId="{908D04F8-25F5-4FDC-8AA8-024785BDEEB0}">
      <dgm:prSet/>
      <dgm:spPr/>
      <dgm:t>
        <a:bodyPr/>
        <a:lstStyle/>
        <a:p>
          <a:endParaRPr lang="en-US"/>
        </a:p>
      </dgm:t>
    </dgm:pt>
    <dgm:pt modelId="{1F8F5393-78E4-4737-8A6E-F90E19BFE93E}" type="sibTrans" cxnId="{908D04F8-25F5-4FDC-8AA8-024785BDEEB0}">
      <dgm:prSet/>
      <dgm:spPr/>
      <dgm:t>
        <a:bodyPr/>
        <a:lstStyle/>
        <a:p>
          <a:endParaRPr lang="en-US"/>
        </a:p>
      </dgm:t>
    </dgm:pt>
    <dgm:pt modelId="{FA08FF6F-2046-4325-B36C-AEE87E885835}">
      <dgm:prSet/>
      <dgm:spPr/>
      <dgm:t>
        <a:bodyPr/>
        <a:lstStyle/>
        <a:p>
          <a:r>
            <a:rPr lang="es-CL"/>
            <a:t>Tecnologías: Flutter (móvil), Supabase (backend + realtime), react (web)</a:t>
          </a:r>
          <a:endParaRPr lang="en-US"/>
        </a:p>
      </dgm:t>
    </dgm:pt>
    <dgm:pt modelId="{EDA68C6F-E3B7-481F-9629-377A3A367FCD}" type="parTrans" cxnId="{286663D0-1E69-4355-A429-FA4E6A64D825}">
      <dgm:prSet/>
      <dgm:spPr/>
      <dgm:t>
        <a:bodyPr/>
        <a:lstStyle/>
        <a:p>
          <a:endParaRPr lang="en-US"/>
        </a:p>
      </dgm:t>
    </dgm:pt>
    <dgm:pt modelId="{CA615542-D560-4066-B02F-F8F7F6E55CEF}" type="sibTrans" cxnId="{286663D0-1E69-4355-A429-FA4E6A64D825}">
      <dgm:prSet/>
      <dgm:spPr/>
      <dgm:t>
        <a:bodyPr/>
        <a:lstStyle/>
        <a:p>
          <a:endParaRPr lang="en-US"/>
        </a:p>
      </dgm:t>
    </dgm:pt>
    <dgm:pt modelId="{61919C62-D05D-469A-B503-90527F02E419}">
      <dgm:prSet/>
      <dgm:spPr/>
      <dgm:t>
        <a:bodyPr/>
        <a:lstStyle/>
        <a:p>
          <a:r>
            <a:rPr lang="es-CL"/>
            <a:t>Entrega final: 6 de julio 2026</a:t>
          </a:r>
          <a:endParaRPr lang="en-US"/>
        </a:p>
      </dgm:t>
    </dgm:pt>
    <dgm:pt modelId="{51CF9954-D391-45DF-B289-833151FAA05D}" type="parTrans" cxnId="{17300F23-384F-44CA-ACE6-E1B2B2B1FCAC}">
      <dgm:prSet/>
      <dgm:spPr/>
      <dgm:t>
        <a:bodyPr/>
        <a:lstStyle/>
        <a:p>
          <a:endParaRPr lang="en-US"/>
        </a:p>
      </dgm:t>
    </dgm:pt>
    <dgm:pt modelId="{D3DD780A-AAC0-491F-8083-C4BA56222CDD}" type="sibTrans" cxnId="{17300F23-384F-44CA-ACE6-E1B2B2B1FCAC}">
      <dgm:prSet/>
      <dgm:spPr/>
      <dgm:t>
        <a:bodyPr/>
        <a:lstStyle/>
        <a:p>
          <a:endParaRPr lang="en-US"/>
        </a:p>
      </dgm:t>
    </dgm:pt>
    <dgm:pt modelId="{5AB00A21-FF45-4586-A0B0-0F38D499E579}">
      <dgm:prSet/>
      <dgm:spPr/>
      <dgm:t>
        <a:bodyPr/>
        <a:lstStyle/>
        <a:p>
          <a:r>
            <a:rPr lang="es-CL"/>
            <a:t>Estado actual: Fase 1 completada + prototipo Figma listo para validación con cliente</a:t>
          </a:r>
          <a:endParaRPr lang="en-US"/>
        </a:p>
      </dgm:t>
    </dgm:pt>
    <dgm:pt modelId="{CE502547-3898-4B05-A20E-43E4C062ED6A}" type="parTrans" cxnId="{C06BCF01-118B-4ACB-A030-826289A335B9}">
      <dgm:prSet/>
      <dgm:spPr/>
      <dgm:t>
        <a:bodyPr/>
        <a:lstStyle/>
        <a:p>
          <a:endParaRPr lang="en-US"/>
        </a:p>
      </dgm:t>
    </dgm:pt>
    <dgm:pt modelId="{29DCEE30-73FB-42A5-9B99-603090CB32DE}" type="sibTrans" cxnId="{C06BCF01-118B-4ACB-A030-826289A335B9}">
      <dgm:prSet/>
      <dgm:spPr/>
      <dgm:t>
        <a:bodyPr/>
        <a:lstStyle/>
        <a:p>
          <a:endParaRPr lang="en-US"/>
        </a:p>
      </dgm:t>
    </dgm:pt>
    <dgm:pt modelId="{DFD13FDF-A128-46AB-9BA6-9B701FCBB789}" type="pres">
      <dgm:prSet presAssocID="{242BD5D9-7128-4F1D-8326-9ADFABEC2410}" presName="matrix" presStyleCnt="0">
        <dgm:presLayoutVars>
          <dgm:chMax val="1"/>
          <dgm:dir/>
          <dgm:resizeHandles val="exact"/>
        </dgm:presLayoutVars>
      </dgm:prSet>
      <dgm:spPr/>
    </dgm:pt>
    <dgm:pt modelId="{5F7268C0-BD95-4794-AF02-A0F7BD8C0F66}" type="pres">
      <dgm:prSet presAssocID="{242BD5D9-7128-4F1D-8326-9ADFABEC2410}" presName="diamond" presStyleLbl="bgShp" presStyleIdx="0" presStyleCnt="1"/>
      <dgm:spPr/>
    </dgm:pt>
    <dgm:pt modelId="{78260149-15F1-427F-8CE8-A2793102E0E6}" type="pres">
      <dgm:prSet presAssocID="{242BD5D9-7128-4F1D-8326-9ADFABEC241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F47DA8D-8188-4DD1-A4CF-72E1D4906544}" type="pres">
      <dgm:prSet presAssocID="{242BD5D9-7128-4F1D-8326-9ADFABEC241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132C9BC-DF1F-485C-9C80-5EF9943D19B8}" type="pres">
      <dgm:prSet presAssocID="{242BD5D9-7128-4F1D-8326-9ADFABEC241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0BD2EC2-2C37-4DFE-9EC5-A4CBE0165BD8}" type="pres">
      <dgm:prSet presAssocID="{242BD5D9-7128-4F1D-8326-9ADFABEC241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06BCF01-118B-4ACB-A030-826289A335B9}" srcId="{242BD5D9-7128-4F1D-8326-9ADFABEC2410}" destId="{5AB00A21-FF45-4586-A0B0-0F38D499E579}" srcOrd="3" destOrd="0" parTransId="{CE502547-3898-4B05-A20E-43E4C062ED6A}" sibTransId="{29DCEE30-73FB-42A5-9B99-603090CB32DE}"/>
    <dgm:cxn modelId="{E3F29D12-8157-409A-AF01-616BC2D70711}" type="presOf" srcId="{5AB00A21-FF45-4586-A0B0-0F38D499E579}" destId="{E0BD2EC2-2C37-4DFE-9EC5-A4CBE0165BD8}" srcOrd="0" destOrd="0" presId="urn:microsoft.com/office/officeart/2005/8/layout/matrix3"/>
    <dgm:cxn modelId="{17300F23-384F-44CA-ACE6-E1B2B2B1FCAC}" srcId="{242BD5D9-7128-4F1D-8326-9ADFABEC2410}" destId="{61919C62-D05D-469A-B503-90527F02E419}" srcOrd="2" destOrd="0" parTransId="{51CF9954-D391-45DF-B289-833151FAA05D}" sibTransId="{D3DD780A-AAC0-491F-8083-C4BA56222CDD}"/>
    <dgm:cxn modelId="{34B4C990-D4CA-422B-B215-B276757CF606}" type="presOf" srcId="{242BD5D9-7128-4F1D-8326-9ADFABEC2410}" destId="{DFD13FDF-A128-46AB-9BA6-9B701FCBB789}" srcOrd="0" destOrd="0" presId="urn:microsoft.com/office/officeart/2005/8/layout/matrix3"/>
    <dgm:cxn modelId="{20C72ECD-7BEB-4CCD-BAD2-FD197080E7F8}" type="presOf" srcId="{14516ED6-A2E5-4DF6-BC50-F8803DA962DC}" destId="{78260149-15F1-427F-8CE8-A2793102E0E6}" srcOrd="0" destOrd="0" presId="urn:microsoft.com/office/officeart/2005/8/layout/matrix3"/>
    <dgm:cxn modelId="{286663D0-1E69-4355-A429-FA4E6A64D825}" srcId="{242BD5D9-7128-4F1D-8326-9ADFABEC2410}" destId="{FA08FF6F-2046-4325-B36C-AEE87E885835}" srcOrd="1" destOrd="0" parTransId="{EDA68C6F-E3B7-481F-9629-377A3A367FCD}" sibTransId="{CA615542-D560-4066-B02F-F8F7F6E55CEF}"/>
    <dgm:cxn modelId="{BB3C9EE8-E57D-4692-9E24-AC57BE9F66B8}" type="presOf" srcId="{FA08FF6F-2046-4325-B36C-AEE87E885835}" destId="{7F47DA8D-8188-4DD1-A4CF-72E1D4906544}" srcOrd="0" destOrd="0" presId="urn:microsoft.com/office/officeart/2005/8/layout/matrix3"/>
    <dgm:cxn modelId="{908D04F8-25F5-4FDC-8AA8-024785BDEEB0}" srcId="{242BD5D9-7128-4F1D-8326-9ADFABEC2410}" destId="{14516ED6-A2E5-4DF6-BC50-F8803DA962DC}" srcOrd="0" destOrd="0" parTransId="{B2A17BC0-ADE6-41CB-990F-E450A74C0265}" sibTransId="{1F8F5393-78E4-4737-8A6E-F90E19BFE93E}"/>
    <dgm:cxn modelId="{1014A6F8-A6DA-4017-AB41-086764F43EE3}" type="presOf" srcId="{61919C62-D05D-469A-B503-90527F02E419}" destId="{3132C9BC-DF1F-485C-9C80-5EF9943D19B8}" srcOrd="0" destOrd="0" presId="urn:microsoft.com/office/officeart/2005/8/layout/matrix3"/>
    <dgm:cxn modelId="{F45B5147-8547-4F2C-A24B-E9EFD361EAA7}" type="presParOf" srcId="{DFD13FDF-A128-46AB-9BA6-9B701FCBB789}" destId="{5F7268C0-BD95-4794-AF02-A0F7BD8C0F66}" srcOrd="0" destOrd="0" presId="urn:microsoft.com/office/officeart/2005/8/layout/matrix3"/>
    <dgm:cxn modelId="{2199B1A7-B5DB-41F8-9E97-439D556890E3}" type="presParOf" srcId="{DFD13FDF-A128-46AB-9BA6-9B701FCBB789}" destId="{78260149-15F1-427F-8CE8-A2793102E0E6}" srcOrd="1" destOrd="0" presId="urn:microsoft.com/office/officeart/2005/8/layout/matrix3"/>
    <dgm:cxn modelId="{66B0CBE9-D661-482C-87C9-D0DCC018703E}" type="presParOf" srcId="{DFD13FDF-A128-46AB-9BA6-9B701FCBB789}" destId="{7F47DA8D-8188-4DD1-A4CF-72E1D4906544}" srcOrd="2" destOrd="0" presId="urn:microsoft.com/office/officeart/2005/8/layout/matrix3"/>
    <dgm:cxn modelId="{AC5169A4-16EE-4DA9-8C8C-8ADA93105E94}" type="presParOf" srcId="{DFD13FDF-A128-46AB-9BA6-9B701FCBB789}" destId="{3132C9BC-DF1F-485C-9C80-5EF9943D19B8}" srcOrd="3" destOrd="0" presId="urn:microsoft.com/office/officeart/2005/8/layout/matrix3"/>
    <dgm:cxn modelId="{8422F567-5F20-47ED-B33D-BB3692C72527}" type="presParOf" srcId="{DFD13FDF-A128-46AB-9BA6-9B701FCBB789}" destId="{E0BD2EC2-2C37-4DFE-9EC5-A4CBE0165BD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4E795-5AB0-4077-A7C1-E43E85F4CB62}">
      <dsp:nvSpPr>
        <dsp:cNvPr id="0" name=""/>
        <dsp:cNvSpPr/>
      </dsp:nvSpPr>
      <dsp:spPr>
        <a:xfrm>
          <a:off x="3476057" y="649803"/>
          <a:ext cx="5026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62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14037" y="692857"/>
        <a:ext cx="26661" cy="5332"/>
      </dsp:txXfrm>
    </dsp:sp>
    <dsp:sp modelId="{F60165CF-8042-407B-A54F-D4038AE70AF4}">
      <dsp:nvSpPr>
        <dsp:cNvPr id="0" name=""/>
        <dsp:cNvSpPr/>
      </dsp:nvSpPr>
      <dsp:spPr>
        <a:xfrm>
          <a:off x="1159505" y="17"/>
          <a:ext cx="2318352" cy="13910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01" tIns="119244" rIns="113601" bIns="11924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Stands en malls enfrentan alto flujo de ventas en espacio muy reducido</a:t>
          </a:r>
          <a:endParaRPr lang="en-US" sz="1600" kern="1200"/>
        </a:p>
      </dsp:txBody>
      <dsp:txXfrm>
        <a:off x="1159505" y="17"/>
        <a:ext cx="2318352" cy="1391011"/>
      </dsp:txXfrm>
    </dsp:sp>
    <dsp:sp modelId="{98E259D5-8B7D-4908-9C22-ED792F1F27F9}">
      <dsp:nvSpPr>
        <dsp:cNvPr id="0" name=""/>
        <dsp:cNvSpPr/>
      </dsp:nvSpPr>
      <dsp:spPr>
        <a:xfrm>
          <a:off x="2318681" y="1389229"/>
          <a:ext cx="2851573" cy="502621"/>
        </a:xfrm>
        <a:custGeom>
          <a:avLst/>
          <a:gdLst/>
          <a:ahLst/>
          <a:cxnLst/>
          <a:rect l="0" t="0" r="0" b="0"/>
          <a:pathLst>
            <a:path>
              <a:moveTo>
                <a:pt x="2851573" y="0"/>
              </a:moveTo>
              <a:lnTo>
                <a:pt x="2851573" y="268410"/>
              </a:lnTo>
              <a:lnTo>
                <a:pt x="0" y="268410"/>
              </a:lnTo>
              <a:lnTo>
                <a:pt x="0" y="502621"/>
              </a:lnTo>
            </a:path>
          </a:pathLst>
        </a:custGeom>
        <a:noFill/>
        <a:ln w="12700" cap="flat" cmpd="sng" algn="ctr">
          <a:solidFill>
            <a:schemeClr val="accent2">
              <a:hueOff val="-2592252"/>
              <a:satOff val="-5102"/>
              <a:lumOff val="318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71943" y="1637873"/>
        <a:ext cx="145049" cy="5332"/>
      </dsp:txXfrm>
    </dsp:sp>
    <dsp:sp modelId="{1BF4887E-78D7-4FBF-994E-4E5D241C62AA}">
      <dsp:nvSpPr>
        <dsp:cNvPr id="0" name=""/>
        <dsp:cNvSpPr/>
      </dsp:nvSpPr>
      <dsp:spPr>
        <a:xfrm>
          <a:off x="4011078" y="17"/>
          <a:ext cx="2318352" cy="1391011"/>
        </a:xfrm>
        <a:prstGeom prst="rect">
          <a:avLst/>
        </a:prstGeom>
        <a:solidFill>
          <a:schemeClr val="accent2">
            <a:hueOff val="-2073801"/>
            <a:satOff val="-4082"/>
            <a:lumOff val="25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01" tIns="119244" rIns="113601" bIns="11924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Inventarios manuales -&gt; errores, quiebres de stock y pérdida de ventas</a:t>
          </a:r>
          <a:endParaRPr lang="en-US" sz="1600" kern="1200"/>
        </a:p>
      </dsp:txBody>
      <dsp:txXfrm>
        <a:off x="4011078" y="17"/>
        <a:ext cx="2318352" cy="1391011"/>
      </dsp:txXfrm>
    </dsp:sp>
    <dsp:sp modelId="{8873C558-933C-4276-8D33-D51A77392205}">
      <dsp:nvSpPr>
        <dsp:cNvPr id="0" name=""/>
        <dsp:cNvSpPr/>
      </dsp:nvSpPr>
      <dsp:spPr>
        <a:xfrm>
          <a:off x="3476057" y="2574036"/>
          <a:ext cx="5026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621" y="45720"/>
              </a:lnTo>
            </a:path>
          </a:pathLst>
        </a:custGeom>
        <a:noFill/>
        <a:ln w="12700" cap="flat" cmpd="sng" algn="ctr">
          <a:solidFill>
            <a:schemeClr val="accent2">
              <a:hueOff val="-5184504"/>
              <a:satOff val="-10204"/>
              <a:lumOff val="637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14037" y="2617089"/>
        <a:ext cx="26661" cy="5332"/>
      </dsp:txXfrm>
    </dsp:sp>
    <dsp:sp modelId="{48B2BF57-7E34-42BC-8C89-125144B8E448}">
      <dsp:nvSpPr>
        <dsp:cNvPr id="0" name=""/>
        <dsp:cNvSpPr/>
      </dsp:nvSpPr>
      <dsp:spPr>
        <a:xfrm>
          <a:off x="1159505" y="1924250"/>
          <a:ext cx="2318352" cy="1391011"/>
        </a:xfrm>
        <a:prstGeom prst="rect">
          <a:avLst/>
        </a:prstGeom>
        <a:solidFill>
          <a:schemeClr val="accent2">
            <a:hueOff val="-4147603"/>
            <a:satOff val="-8163"/>
            <a:lumOff val="50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01" tIns="119244" rIns="113601" bIns="11924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Ausencia de herramientas accesibles y de bajo costo</a:t>
          </a:r>
          <a:endParaRPr lang="en-US" sz="1600" kern="1200"/>
        </a:p>
      </dsp:txBody>
      <dsp:txXfrm>
        <a:off x="1159505" y="1924250"/>
        <a:ext cx="2318352" cy="1391011"/>
      </dsp:txXfrm>
    </dsp:sp>
    <dsp:sp modelId="{94D9FB18-8E39-482A-B502-5474734FE397}">
      <dsp:nvSpPr>
        <dsp:cNvPr id="0" name=""/>
        <dsp:cNvSpPr/>
      </dsp:nvSpPr>
      <dsp:spPr>
        <a:xfrm>
          <a:off x="2318681" y="3313461"/>
          <a:ext cx="2851573" cy="502621"/>
        </a:xfrm>
        <a:custGeom>
          <a:avLst/>
          <a:gdLst/>
          <a:ahLst/>
          <a:cxnLst/>
          <a:rect l="0" t="0" r="0" b="0"/>
          <a:pathLst>
            <a:path>
              <a:moveTo>
                <a:pt x="2851573" y="0"/>
              </a:moveTo>
              <a:lnTo>
                <a:pt x="2851573" y="268410"/>
              </a:lnTo>
              <a:lnTo>
                <a:pt x="0" y="268410"/>
              </a:lnTo>
              <a:lnTo>
                <a:pt x="0" y="502621"/>
              </a:lnTo>
            </a:path>
          </a:pathLst>
        </a:custGeom>
        <a:noFill/>
        <a:ln w="12700" cap="flat" cmpd="sng" algn="ctr">
          <a:solidFill>
            <a:schemeClr val="accent2">
              <a:hueOff val="-7776756"/>
              <a:satOff val="-15306"/>
              <a:lumOff val="955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71943" y="3562106"/>
        <a:ext cx="145049" cy="5332"/>
      </dsp:txXfrm>
    </dsp:sp>
    <dsp:sp modelId="{E23DF2D8-003D-4191-AE47-6578644E0062}">
      <dsp:nvSpPr>
        <dsp:cNvPr id="0" name=""/>
        <dsp:cNvSpPr/>
      </dsp:nvSpPr>
      <dsp:spPr>
        <a:xfrm>
          <a:off x="4011078" y="1924250"/>
          <a:ext cx="2318352" cy="1391011"/>
        </a:xfrm>
        <a:prstGeom prst="rect">
          <a:avLst/>
        </a:prstGeom>
        <a:solidFill>
          <a:schemeClr val="accent2">
            <a:hueOff val="-6221405"/>
            <a:satOff val="-12245"/>
            <a:lumOff val="76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01" tIns="119244" rIns="113601" bIns="11924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Nicho desatendido por ERP tradicionales (costosos y complejos)</a:t>
          </a:r>
          <a:endParaRPr lang="en-US" sz="1600" kern="1200"/>
        </a:p>
      </dsp:txBody>
      <dsp:txXfrm>
        <a:off x="4011078" y="1924250"/>
        <a:ext cx="2318352" cy="1391011"/>
      </dsp:txXfrm>
    </dsp:sp>
    <dsp:sp modelId="{DDC8AE66-B422-45D3-8EE5-7779319B6D54}">
      <dsp:nvSpPr>
        <dsp:cNvPr id="0" name=""/>
        <dsp:cNvSpPr/>
      </dsp:nvSpPr>
      <dsp:spPr>
        <a:xfrm>
          <a:off x="3476057" y="4498268"/>
          <a:ext cx="5026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2621" y="45720"/>
              </a:lnTo>
            </a:path>
          </a:pathLst>
        </a:custGeom>
        <a:noFill/>
        <a:ln w="1270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14037" y="4541322"/>
        <a:ext cx="26661" cy="5332"/>
      </dsp:txXfrm>
    </dsp:sp>
    <dsp:sp modelId="{F30E8C67-F51A-467E-9A39-631BA0B63707}">
      <dsp:nvSpPr>
        <dsp:cNvPr id="0" name=""/>
        <dsp:cNvSpPr/>
      </dsp:nvSpPr>
      <dsp:spPr>
        <a:xfrm>
          <a:off x="1159505" y="3848482"/>
          <a:ext cx="2318352" cy="1391011"/>
        </a:xfrm>
        <a:prstGeom prst="rect">
          <a:avLst/>
        </a:prstGeom>
        <a:solidFill>
          <a:schemeClr val="accent2">
            <a:hueOff val="-8295206"/>
            <a:satOff val="-16326"/>
            <a:lumOff val="101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01" tIns="119244" rIns="113601" bIns="11924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Impacto:</a:t>
          </a:r>
          <a:endParaRPr lang="en-US" sz="1600" kern="1200"/>
        </a:p>
      </dsp:txBody>
      <dsp:txXfrm>
        <a:off x="1159505" y="3848482"/>
        <a:ext cx="2318352" cy="1391011"/>
      </dsp:txXfrm>
    </dsp:sp>
    <dsp:sp modelId="{38ADB770-A7AB-427B-B5C4-D1E414F3A2EA}">
      <dsp:nvSpPr>
        <dsp:cNvPr id="0" name=""/>
        <dsp:cNvSpPr/>
      </dsp:nvSpPr>
      <dsp:spPr>
        <a:xfrm>
          <a:off x="4011078" y="3848482"/>
          <a:ext cx="2318352" cy="1391011"/>
        </a:xfrm>
        <a:prstGeom prst="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601" tIns="119244" rIns="113601" bIns="11924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Pérdida de rentabilidad y nula trazabilidad en malls de la RM (Santiago, Las Condes, La Florida)</a:t>
          </a:r>
          <a:endParaRPr lang="en-US" sz="1600" kern="1200"/>
        </a:p>
      </dsp:txBody>
      <dsp:txXfrm>
        <a:off x="4011078" y="3848482"/>
        <a:ext cx="2318352" cy="13910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443F1-6A2D-4CE5-B7FF-6615F89E26ED}">
      <dsp:nvSpPr>
        <dsp:cNvPr id="0" name=""/>
        <dsp:cNvSpPr/>
      </dsp:nvSpPr>
      <dsp:spPr>
        <a:xfrm>
          <a:off x="2967068" y="1411112"/>
          <a:ext cx="6519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191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75965" y="1453420"/>
        <a:ext cx="34125" cy="6825"/>
      </dsp:txXfrm>
    </dsp:sp>
    <dsp:sp modelId="{7023DDC1-3273-487E-A67E-74F1638731AA}">
      <dsp:nvSpPr>
        <dsp:cNvPr id="0" name=""/>
        <dsp:cNvSpPr/>
      </dsp:nvSpPr>
      <dsp:spPr>
        <a:xfrm>
          <a:off x="1389" y="566589"/>
          <a:ext cx="2967478" cy="1780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09" tIns="152632" rIns="145409" bIns="15263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kern="1200"/>
            <a:t>Objetivo General:</a:t>
          </a:r>
          <a:endParaRPr lang="en-US" sz="1700" kern="1200"/>
        </a:p>
      </dsp:txBody>
      <dsp:txXfrm>
        <a:off x="1389" y="566589"/>
        <a:ext cx="2967478" cy="1780486"/>
      </dsp:txXfrm>
    </dsp:sp>
    <dsp:sp modelId="{6F374162-09D1-45ED-8122-C220A824B134}">
      <dsp:nvSpPr>
        <dsp:cNvPr id="0" name=""/>
        <dsp:cNvSpPr/>
      </dsp:nvSpPr>
      <dsp:spPr>
        <a:xfrm>
          <a:off x="1485129" y="2345276"/>
          <a:ext cx="3649997" cy="651919"/>
        </a:xfrm>
        <a:custGeom>
          <a:avLst/>
          <a:gdLst/>
          <a:ahLst/>
          <a:cxnLst/>
          <a:rect l="0" t="0" r="0" b="0"/>
          <a:pathLst>
            <a:path>
              <a:moveTo>
                <a:pt x="3649997" y="0"/>
              </a:moveTo>
              <a:lnTo>
                <a:pt x="3649997" y="343059"/>
              </a:lnTo>
              <a:lnTo>
                <a:pt x="0" y="343059"/>
              </a:lnTo>
              <a:lnTo>
                <a:pt x="0" y="65191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7296" y="2667823"/>
        <a:ext cx="185663" cy="6825"/>
      </dsp:txXfrm>
    </dsp:sp>
    <dsp:sp modelId="{B837F54B-0BF2-4D2D-8144-26878950436F}">
      <dsp:nvSpPr>
        <dsp:cNvPr id="0" name=""/>
        <dsp:cNvSpPr/>
      </dsp:nvSpPr>
      <dsp:spPr>
        <a:xfrm>
          <a:off x="3651387" y="566589"/>
          <a:ext cx="2967478" cy="1780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09" tIns="152632" rIns="145409" bIns="15263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kern="1200"/>
            <a:t>Desarrollar e implementar un sistema multiplataforma (móvil + web) que optimice el control de stock y la reposición en tiempo real.</a:t>
          </a:r>
          <a:endParaRPr lang="en-US" sz="1700" kern="1200"/>
        </a:p>
      </dsp:txBody>
      <dsp:txXfrm>
        <a:off x="3651387" y="566589"/>
        <a:ext cx="2967478" cy="1780486"/>
      </dsp:txXfrm>
    </dsp:sp>
    <dsp:sp modelId="{29C1284C-9D37-4AD5-8B06-7401672CD24B}">
      <dsp:nvSpPr>
        <dsp:cNvPr id="0" name=""/>
        <dsp:cNvSpPr/>
      </dsp:nvSpPr>
      <dsp:spPr>
        <a:xfrm>
          <a:off x="2967068" y="3874119"/>
          <a:ext cx="6519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51919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75965" y="3916426"/>
        <a:ext cx="34125" cy="6825"/>
      </dsp:txXfrm>
    </dsp:sp>
    <dsp:sp modelId="{D6E5FF3C-9835-4B47-B9DC-07CD142AF26F}">
      <dsp:nvSpPr>
        <dsp:cNvPr id="0" name=""/>
        <dsp:cNvSpPr/>
      </dsp:nvSpPr>
      <dsp:spPr>
        <a:xfrm>
          <a:off x="1389" y="3029595"/>
          <a:ext cx="2967478" cy="1780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09" tIns="152632" rIns="145409" bIns="152632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kern="1200"/>
            <a:t>Componentes clave: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kern="1200"/>
            <a:t>App Móvil (Flutter): escaneo QR/Barra, actualización instantánea y notificaciones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kern="1200"/>
            <a:t>Panel Web Admin: dashboard con reportes, KPIs y gestión de catálogo</a:t>
          </a:r>
          <a:endParaRPr lang="en-US" sz="1300" kern="1200"/>
        </a:p>
      </dsp:txBody>
      <dsp:txXfrm>
        <a:off x="1389" y="3029595"/>
        <a:ext cx="2967478" cy="1780486"/>
      </dsp:txXfrm>
    </dsp:sp>
    <dsp:sp modelId="{B9B4E0AF-C08F-4797-B9BC-74AFB79EC1AD}">
      <dsp:nvSpPr>
        <dsp:cNvPr id="0" name=""/>
        <dsp:cNvSpPr/>
      </dsp:nvSpPr>
      <dsp:spPr>
        <a:xfrm>
          <a:off x="3651387" y="3029595"/>
          <a:ext cx="2967478" cy="1780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409" tIns="152632" rIns="145409" bIns="152632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700" kern="1200"/>
            <a:t>Beneficios: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kern="1200"/>
            <a:t>Eliminación de quiebres de stock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kern="1200"/>
            <a:t>Reducción de carga administrativa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300" kern="1200"/>
            <a:t>Datos en tiempo real para toma de decisiones</a:t>
          </a:r>
          <a:endParaRPr lang="en-US" sz="1300" kern="1200"/>
        </a:p>
      </dsp:txBody>
      <dsp:txXfrm>
        <a:off x="3651387" y="3029595"/>
        <a:ext cx="2967478" cy="17804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268C0-BD95-4794-AF02-A0F7BD8C0F66}">
      <dsp:nvSpPr>
        <dsp:cNvPr id="0" name=""/>
        <dsp:cNvSpPr/>
      </dsp:nvSpPr>
      <dsp:spPr>
        <a:xfrm>
          <a:off x="827531" y="0"/>
          <a:ext cx="4965192" cy="496519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260149-15F1-427F-8CE8-A2793102E0E6}">
      <dsp:nvSpPr>
        <dsp:cNvPr id="0" name=""/>
        <dsp:cNvSpPr/>
      </dsp:nvSpPr>
      <dsp:spPr>
        <a:xfrm>
          <a:off x="1299225" y="471693"/>
          <a:ext cx="1936424" cy="19364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Metodología: Scrum (roles asumidos 100% por el autor)</a:t>
          </a:r>
          <a:endParaRPr lang="en-US" sz="1600" kern="1200"/>
        </a:p>
      </dsp:txBody>
      <dsp:txXfrm>
        <a:off x="1393753" y="566221"/>
        <a:ext cx="1747368" cy="1747368"/>
      </dsp:txXfrm>
    </dsp:sp>
    <dsp:sp modelId="{7F47DA8D-8188-4DD1-A4CF-72E1D4906544}">
      <dsp:nvSpPr>
        <dsp:cNvPr id="0" name=""/>
        <dsp:cNvSpPr/>
      </dsp:nvSpPr>
      <dsp:spPr>
        <a:xfrm>
          <a:off x="3384605" y="471693"/>
          <a:ext cx="1936424" cy="193642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Tecnologías: Flutter (móvil), Supabase (backend + realtime), react (web)</a:t>
          </a:r>
          <a:endParaRPr lang="en-US" sz="1600" kern="1200"/>
        </a:p>
      </dsp:txBody>
      <dsp:txXfrm>
        <a:off x="3479133" y="566221"/>
        <a:ext cx="1747368" cy="1747368"/>
      </dsp:txXfrm>
    </dsp:sp>
    <dsp:sp modelId="{3132C9BC-DF1F-485C-9C80-5EF9943D19B8}">
      <dsp:nvSpPr>
        <dsp:cNvPr id="0" name=""/>
        <dsp:cNvSpPr/>
      </dsp:nvSpPr>
      <dsp:spPr>
        <a:xfrm>
          <a:off x="1299225" y="2557073"/>
          <a:ext cx="1936424" cy="193642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Entrega final: 6 de julio 2026</a:t>
          </a:r>
          <a:endParaRPr lang="en-US" sz="1600" kern="1200"/>
        </a:p>
      </dsp:txBody>
      <dsp:txXfrm>
        <a:off x="1393753" y="2651601"/>
        <a:ext cx="1747368" cy="1747368"/>
      </dsp:txXfrm>
    </dsp:sp>
    <dsp:sp modelId="{E0BD2EC2-2C37-4DFE-9EC5-A4CBE0165BD8}">
      <dsp:nvSpPr>
        <dsp:cNvPr id="0" name=""/>
        <dsp:cNvSpPr/>
      </dsp:nvSpPr>
      <dsp:spPr>
        <a:xfrm>
          <a:off x="3384605" y="2557073"/>
          <a:ext cx="1936424" cy="193642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/>
            <a:t>Estado actual: Fase 1 completada + prototipo Figma listo para validación con cliente</a:t>
          </a:r>
          <a:endParaRPr lang="en-US" sz="1600" kern="1200"/>
        </a:p>
      </dsp:txBody>
      <dsp:txXfrm>
        <a:off x="3479133" y="2651601"/>
        <a:ext cx="1747368" cy="1747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B447B-F199-4582-A016-EA5E77206C93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3BDCB-AC92-491A-8227-0E1CE910376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4962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3BDCB-AC92-491A-8227-0E1CE9103769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6121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3BDCB-AC92-491A-8227-0E1CE9103769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7673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3BDCB-AC92-491A-8227-0E1CE9103769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618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95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7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2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5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07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2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79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91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40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0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0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7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7B726-28B8-0087-13DE-E0B4F4495E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205996-8B95-C872-F9CA-6D2D15806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0119" y="657369"/>
            <a:ext cx="4496529" cy="367826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dirty="0"/>
              <a:t>Sistema Integral de </a:t>
            </a:r>
            <a:r>
              <a:rPr lang="en-US" sz="5100" dirty="0" err="1"/>
              <a:t>Gestión</a:t>
            </a:r>
            <a:r>
              <a:rPr lang="en-US" sz="5100" dirty="0"/>
              <a:t> de </a:t>
            </a:r>
            <a:r>
              <a:rPr lang="en-US" sz="5100" dirty="0" err="1"/>
              <a:t>Inventarios</a:t>
            </a:r>
            <a:r>
              <a:rPr lang="en-US" sz="5100" dirty="0"/>
              <a:t> </a:t>
            </a:r>
            <a:r>
              <a:rPr lang="en-US" sz="5100" dirty="0" err="1"/>
              <a:t>en</a:t>
            </a:r>
            <a:r>
              <a:rPr lang="en-US" sz="5100" dirty="0"/>
              <a:t> Tiempo Real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48D75-0753-67FE-06FD-728D33A10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363" y="1639738"/>
            <a:ext cx="4488812" cy="115045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StandStock</a:t>
            </a:r>
            <a:r>
              <a:rPr lang="en-US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App </a:t>
            </a:r>
            <a:r>
              <a:rPr lang="en-US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Móvil</a:t>
            </a:r>
            <a:r>
              <a:rPr lang="en-US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Panel Web para Stands de Centros </a:t>
            </a:r>
            <a:r>
              <a:rPr lang="en-US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Comerciales</a:t>
            </a:r>
            <a:r>
              <a:rPr lang="en-US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9C628D1-90CA-AE19-5047-9FDF93666ABE}"/>
              </a:ext>
            </a:extLst>
          </p:cNvPr>
          <p:cNvSpPr txBox="1">
            <a:spLocks/>
          </p:cNvSpPr>
          <p:nvPr/>
        </p:nvSpPr>
        <p:spPr>
          <a:xfrm>
            <a:off x="8772525" y="4246244"/>
            <a:ext cx="3027010" cy="1894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L" sz="1300" dirty="0"/>
              <a:t>Integrantes:</a:t>
            </a:r>
          </a:p>
          <a:p>
            <a:pPr algn="r"/>
            <a:r>
              <a:rPr lang="es-CL" sz="1300" dirty="0"/>
              <a:t>Juan Ignacio Redondo </a:t>
            </a:r>
            <a:r>
              <a:rPr lang="es-CL" sz="1300" dirty="0" err="1"/>
              <a:t>Gonzaléz</a:t>
            </a:r>
            <a:endParaRPr lang="es-CL" sz="1300" dirty="0"/>
          </a:p>
          <a:p>
            <a:pPr algn="r"/>
            <a:r>
              <a:rPr lang="es-CL" sz="1300" dirty="0"/>
              <a:t>Carrera:</a:t>
            </a:r>
          </a:p>
          <a:p>
            <a:pPr algn="r"/>
            <a:r>
              <a:rPr lang="es-CL" sz="1300" dirty="0"/>
              <a:t>Analista Programador Computacional</a:t>
            </a:r>
          </a:p>
          <a:p>
            <a:pPr algn="r"/>
            <a:r>
              <a:rPr lang="es-CL" sz="1300" dirty="0"/>
              <a:t>Docente:</a:t>
            </a:r>
          </a:p>
          <a:p>
            <a:pPr algn="r"/>
            <a:r>
              <a:rPr lang="es-CL" sz="1300" dirty="0"/>
              <a:t>Karla Marilyn Roco </a:t>
            </a:r>
            <a:r>
              <a:rPr lang="es-CL" sz="1300" dirty="0" err="1"/>
              <a:t>Ramirez</a:t>
            </a:r>
            <a:endParaRPr lang="es-CL" sz="1300" dirty="0"/>
          </a:p>
        </p:txBody>
      </p:sp>
    </p:spTree>
    <p:extLst>
      <p:ext uri="{BB962C8B-B14F-4D97-AF65-F5344CB8AC3E}">
        <p14:creationId xmlns:p14="http://schemas.microsoft.com/office/powerpoint/2010/main" val="3820809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BDE35-6F78-4AD8-B1CA-4DDB255B1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s-CL" sz="4000"/>
              <a:t>El desafío del retail micro-formato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AED85F1-239A-8095-8CA2-A50207DA74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467562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B01DEC1-73F0-58F9-FB14-9A040D79E1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0850" y="1671968"/>
            <a:ext cx="2079847" cy="454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3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1A06C9-52DE-ECDF-4EFE-991CBA76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s-CL"/>
              <a:t>Mi propuesta - StandStock</a:t>
            </a:r>
            <a:endParaRPr lang="es-C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5F21D2C-06C2-7737-43EE-B1DC4325C9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26956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7727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D1980C8-FD80-43D8-9D6A-0262A4D53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4E486-585B-FF0C-1C85-945482A3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835" y="1032198"/>
            <a:ext cx="10343207" cy="13031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700"/>
              <a:t>Prototipo de Alta Fidelidad - Figma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34E83-0F4A-6FEC-B252-DCC1AFEFE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835" y="2409787"/>
            <a:ext cx="10343206" cy="8352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Interfaz intuitiva diseñada para uso rápido en horario punta de mall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0B946FF-6DDE-6D1D-AB2C-CEC5B601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80FB5-ED33-F25D-8714-BFFF295F8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44" y="2905238"/>
            <a:ext cx="1731081" cy="3804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BF106E-8448-7E14-4198-E678A8B8D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459" y="2905238"/>
            <a:ext cx="1731081" cy="3763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F9D17D-EFC5-B18E-74BB-F8CDB902A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2881591"/>
            <a:ext cx="1731081" cy="374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1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07AF5-17B0-2206-968D-B3415BDA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s-CL" dirty="0" err="1"/>
              <a:t>Roadmap</a:t>
            </a:r>
            <a:r>
              <a:rPr lang="es-CL" dirty="0"/>
              <a:t> y Factibilidad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DAB1FA41-698C-DD8B-39B9-C2EDDCB946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160294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337080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260</Words>
  <Application>Microsoft Office PowerPoint</Application>
  <PresentationFormat>Widescreen</PresentationFormat>
  <Paragraphs>35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Bierstadt</vt:lpstr>
      <vt:lpstr>Neue Haas Grotesk Text Pro</vt:lpstr>
      <vt:lpstr>GestaltVTI</vt:lpstr>
      <vt:lpstr>Sistema Integral de Gestión de Inventarios en Tiempo Real</vt:lpstr>
      <vt:lpstr>El desafío del retail micro-formato</vt:lpstr>
      <vt:lpstr>Mi propuesta - StandStock</vt:lpstr>
      <vt:lpstr>Prototipo de Alta Fidelidad - Figma</vt:lpstr>
      <vt:lpstr>Roadmap y Factibilidad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. REDONDO GONZALEZ</dc:creator>
  <cp:lastModifiedBy>JUAN . REDONDO GONZALEZ</cp:lastModifiedBy>
  <cp:revision>1</cp:revision>
  <dcterms:created xsi:type="dcterms:W3CDTF">2026-04-06T15:07:34Z</dcterms:created>
  <dcterms:modified xsi:type="dcterms:W3CDTF">2026-04-06T16:47:09Z</dcterms:modified>
</cp:coreProperties>
</file>