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Urbanist Medium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2E693B-A6E9-4BF9-AD02-17301BE4B575}">
  <a:tblStyle styleId="{872E693B-A6E9-4BF9-AD02-17301BE4B5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.fntdata"/><Relationship Id="rId22" Type="http://schemas.openxmlformats.org/officeDocument/2006/relationships/font" Target="fonts/UrbanistMedium-boldItalic.fntdata"/><Relationship Id="rId21" Type="http://schemas.openxmlformats.org/officeDocument/2006/relationships/font" Target="fonts/UrbanistMedium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Medium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2d07a4b9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2d07a4b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11" Type="http://schemas.openxmlformats.org/officeDocument/2006/relationships/image" Target="../media/image3.png"/><Relationship Id="rId10" Type="http://schemas.openxmlformats.org/officeDocument/2006/relationships/image" Target="../media/image9.png"/><Relationship Id="rId9" Type="http://schemas.openxmlformats.org/officeDocument/2006/relationships/image" Target="../media/image10.png"/><Relationship Id="rId5" Type="http://schemas.openxmlformats.org/officeDocument/2006/relationships/image" Target="../media/image20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11" Type="http://schemas.openxmlformats.org/officeDocument/2006/relationships/image" Target="../media/image4.png"/><Relationship Id="rId10" Type="http://schemas.openxmlformats.org/officeDocument/2006/relationships/image" Target="../media/image7.png"/><Relationship Id="rId9" Type="http://schemas.openxmlformats.org/officeDocument/2006/relationships/image" Target="../media/image5.png"/><Relationship Id="rId5" Type="http://schemas.openxmlformats.org/officeDocument/2006/relationships/image" Target="../media/image20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10" Type="http://schemas.openxmlformats.org/officeDocument/2006/relationships/image" Target="../media/image19.png"/><Relationship Id="rId9" Type="http://schemas.openxmlformats.org/officeDocument/2006/relationships/image" Target="../media/image12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481262"/>
            <a:ext cx="1160145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Avances </a:t>
            </a:r>
            <a:r>
              <a:rPr b="0" i="0" lang="en-US" sz="52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Fase 2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3481387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StandStock: Gestión Integral de Inventarios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948112"/>
            <a:ext cx="11049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Portafolio de Título | Juan Redondo | Mayo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724150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3048000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Resumen de </a:t>
            </a:r>
            <a:r>
              <a:rPr b="0" i="0" lang="en-US" sz="45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Avances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73380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Estado de las funcionalidades construidas y hitos técnicos alcanzados durante el segundo ciclo de desarrollo.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4575"/>
            <a:ext cx="34290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14575"/>
            <a:ext cx="34290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314575"/>
            <a:ext cx="342900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Módulos del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Vendedor</a:t>
            </a:r>
            <a:endParaRPr/>
          </a:p>
        </p:txBody>
      </p:sp>
      <p:pic>
        <p:nvPicPr>
          <p:cNvPr descr="image.png"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6098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866775" y="3371850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Autenticación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66775" y="401002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Login multi-rol (Vendedor/Admin). Obtención automática de stand_id y persistencia de sesión segura mediante Firebase Auth.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26098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4676775" y="3371850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Dashboard Realtime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676775" y="4010025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Visualización de KPIs críticos: Stock Total, Alertas de Stock Bajo y Ventas del Día con actualización instantánea.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26098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486775" y="3371850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Escaneo Ágil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86775" y="401002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Integración de cámara para lectura de códigos QR/Barra, permitiendo entradas y salidas de stock en segundos.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27813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48225" y="27813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72512" y="2781300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14575"/>
            <a:ext cx="34290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14575"/>
            <a:ext cx="34290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314575"/>
            <a:ext cx="342900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Panel de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Administración</a:t>
            </a:r>
            <a:endParaRPr/>
          </a:p>
        </p:txBody>
      </p:sp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6098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66775" y="3371850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Gestión de Productos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66775" y="401002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CRUD completo (Crear, Leer, Actualizar, Eliminar). Filtrado jerárquico por Stand para control administrativo preciso.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6775" y="26098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4676775" y="3371850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Control de Usuarios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76775" y="401002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Asignación dinámica de personal a stands específicos y gestión de privilegios administrativos centralizada.</a:t>
            </a:r>
            <a:endParaRPr/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6775" y="2609850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8486775" y="3371850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Integración Data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486775" y="4010025"/>
            <a:ext cx="28384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Arquitectura basada en Firestore con reglas de seguridad granulares, garantizando privacidad por cada punto de venta.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23937" y="278130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19650" y="27813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72512" y="2781300"/>
            <a:ext cx="2000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Estado de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Implementación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2871787"/>
            <a:ext cx="528637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85%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4586287"/>
            <a:ext cx="5286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Funcionalidades Completadas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334125" y="284797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Consolidación Operativa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334125" y="3343275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 núcleo de la solución (Gestión de Stock y Movimientos) se encuentra totalmente funcional. Se han superado con éxito las pruebas de integración entre el cliente móvil y la nube de Firebase.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334125" y="428625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 sistema permite el flujo completo: desde el login hasta el registro auditado de ventas y reposición.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Evolución del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Cronograma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" y="3890962"/>
            <a:ext cx="11049000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1727820" y="37957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4563740" y="37957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7399659" y="37957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10235579" y="3795712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 cap="flat" cmpd="sng" w="381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507968" y="4195762"/>
            <a:ext cx="26683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Q1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4691062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Análisis y Levantamiento de Requisitos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3343888" y="2700337"/>
            <a:ext cx="26683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Q2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3407419" y="3195637"/>
            <a:ext cx="254124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Diseño de Prototipos en Figma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179808" y="4195762"/>
            <a:ext cx="26683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Q3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243339" y="4691062"/>
            <a:ext cx="254124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Despliegue Backend (Firebase)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015728" y="2443162"/>
            <a:ext cx="26683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Q4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9079259" y="2938462"/>
            <a:ext cx="254124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Desarrollo Frontend Multiplataforma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Monitoreo y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Ajustes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2386012"/>
            <a:ext cx="11049000" cy="3048000"/>
          </a:xfrm>
          <a:prstGeom prst="roundRect">
            <a:avLst>
              <a:gd fmla="val 0" name="adj"/>
            </a:avLst>
          </a:prstGeom>
          <a:solidFill>
            <a:srgbClr val="11111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" name="Google Shape;175;p19"/>
          <p:cNvGraphicFramePr/>
          <p:nvPr/>
        </p:nvGraphicFramePr>
        <p:xfrm>
          <a:off x="571500" y="23860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{872E693B-A6E9-4BF9-AD02-17301BE4B575}</a:tableStyleId>
              </a:tblPr>
              <a:tblGrid>
                <a:gridCol w="2587375"/>
                <a:gridCol w="3102475"/>
                <a:gridCol w="5359150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Actividad Original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Ajuste Realizado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Motivación Técnica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Persistencia Supabase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Migración a Firebase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Estabilidad de conexión y mejores reglas Auth.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Gestión Estática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Filtrado Dinámico por Stand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Seguridad multi-tenant y aislamiento de datos.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Asignación Manual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Propagación de standId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Optimización de la UX en el proceso de Login.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Planificación Lineal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Adelanto de Módulos CRUD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Asegurar disponibilidad de datos para el MVP móvil.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76" name="Google Shape;176;p19"/>
          <p:cNvSpPr/>
          <p:nvPr/>
        </p:nvSpPr>
        <p:spPr>
          <a:xfrm>
            <a:off x="571500" y="2981325"/>
            <a:ext cx="25873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3158876" y="2981325"/>
            <a:ext cx="310247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6261348" y="2981325"/>
            <a:ext cx="535915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71500" y="3590925"/>
            <a:ext cx="25873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3158876" y="3590925"/>
            <a:ext cx="310247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6261348" y="3590925"/>
            <a:ext cx="535915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571500" y="4200525"/>
            <a:ext cx="25873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3158876" y="4200525"/>
            <a:ext cx="310247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6261348" y="4200525"/>
            <a:ext cx="535915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571500" y="4810125"/>
            <a:ext cx="25873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3158876" y="4810125"/>
            <a:ext cx="310247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6261348" y="4810125"/>
            <a:ext cx="535915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571500" y="5419725"/>
            <a:ext cx="25873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3158876" y="5419725"/>
            <a:ext cx="310247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261348" y="5419725"/>
            <a:ext cx="535915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47925"/>
            <a:ext cx="5286375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Arquitectura del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Sistema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24479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Stack Tecnológico Fase 2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2943225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 ha implementado una arquitectura Serverless desacoplada:</a:t>
            </a:r>
            <a:endParaRPr/>
          </a:p>
        </p:txBody>
      </p:sp>
      <p:pic>
        <p:nvPicPr>
          <p:cNvPr descr="image.png" id="200" name="Google Shape;20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457450"/>
            <a:ext cx="19812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1381125" y="3390900"/>
            <a:ext cx="4476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Flutter: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Lógica de negocio móvil compartida.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1381125" y="3886200"/>
            <a:ext cx="4476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Firebase Auth: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Seguridad JWT y sesiones.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1381125" y="4381500"/>
            <a:ext cx="4476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Cloud Firestore: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Persistencia NoSQL Realtime.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381125" y="4876800"/>
            <a:ext cx="4476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Seguridad: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Filtrado por ID en capa de datos.</a:t>
            </a:r>
            <a:endParaRPr/>
          </a:p>
        </p:txBody>
      </p:sp>
      <p:pic>
        <p:nvPicPr>
          <p:cNvPr descr="image.png" id="205" name="Google Shape;20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4290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9243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44196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49149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22200" y="2355450"/>
            <a:ext cx="5695800" cy="30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Evidencias de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Interfaz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Lógica de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Programación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000125" y="2481262"/>
            <a:ext cx="8143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getProductsByStand():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Garantiza que el usuario solo visualice el inventario de su stand asignado, filtrando las consultas en el lado del cliente y servidor.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1000125" y="3233737"/>
            <a:ext cx="8143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updateUser():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Permite al administrador la gestión dinámica de roles y la rotación de personal entre distintos puntos de venta en tiempo real.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1000125" y="3986212"/>
            <a:ext cx="8143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getUserStandId():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Función puente de autenticación que inyecta la identidad del stand en el estado global de la aplicación (Provider/Bloc).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1000125" y="4738687"/>
            <a:ext cx="81438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Security Rules:</a:t>
            </a:r>
            <a:r>
              <a:rPr b="0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Implementación de reglas en Firestore para prevenir accesos no autorizados a colecciones de terceros.</a:t>
            </a:r>
            <a:endParaRPr/>
          </a:p>
        </p:txBody>
      </p:sp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193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718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2431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76787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Gestión de </a:t>
            </a:r>
            <a:r>
              <a:rPr b="1" i="0" lang="en-US" sz="37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Riesgos</a:t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571500" y="2386012"/>
            <a:ext cx="11049000" cy="3048000"/>
          </a:xfrm>
          <a:prstGeom prst="roundRect">
            <a:avLst>
              <a:gd fmla="val 0" name="adj"/>
            </a:avLst>
          </a:prstGeom>
          <a:solidFill>
            <a:srgbClr val="11111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7" name="Google Shape;237;p23"/>
          <p:cNvGraphicFramePr/>
          <p:nvPr/>
        </p:nvGraphicFramePr>
        <p:xfrm>
          <a:off x="571500" y="23860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{872E693B-A6E9-4BF9-AD02-17301BE4B575}</a:tableStyleId>
              </a:tblPr>
              <a:tblGrid>
                <a:gridCol w="3984125"/>
                <a:gridCol w="5346650"/>
                <a:gridCol w="1718225"/>
              </a:tblGrid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Dificultad Técnica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Estrategia de Resolución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Resultado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1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Inestabilidad de Supabase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Migración total a Firebase Infrastructure.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Resuelto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Overflow en UI de Login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Implementación de Layouts Adaptativos.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Resuelto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Filtrado incorrecto StandId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Propagación mediante Contexto Global.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Resuelto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Permisos Firestore denegados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Ajuste de Security Rules por rol de usuario.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Resuelto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238" name="Google Shape;238;p23"/>
          <p:cNvSpPr/>
          <p:nvPr/>
        </p:nvSpPr>
        <p:spPr>
          <a:xfrm>
            <a:off x="571500" y="2981325"/>
            <a:ext cx="398412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4555628" y="2981325"/>
            <a:ext cx="53466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9902279" y="2981325"/>
            <a:ext cx="171822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71500" y="3590925"/>
            <a:ext cx="398412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4555628" y="3590925"/>
            <a:ext cx="53466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9902279" y="3590925"/>
            <a:ext cx="171822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571500" y="4200525"/>
            <a:ext cx="398412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4555628" y="4200525"/>
            <a:ext cx="53466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9902279" y="4200525"/>
            <a:ext cx="171822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571500" y="4810125"/>
            <a:ext cx="398412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4555628" y="4810125"/>
            <a:ext cx="53466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9902279" y="4810125"/>
            <a:ext cx="171822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571500" y="5419725"/>
            <a:ext cx="398412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4555628" y="5419725"/>
            <a:ext cx="534665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9902279" y="5419725"/>
            <a:ext cx="171822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 txBox="1"/>
          <p:nvPr/>
        </p:nvSpPr>
        <p:spPr>
          <a:xfrm>
            <a:off x="295275" y="2481262"/>
            <a:ext cx="116016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